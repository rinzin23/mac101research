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4382065"/>
            <a:ext cx="20088393" cy="1256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29038" y="4689381"/>
            <a:ext cx="8768080" cy="14979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50" b="0" i="0">
                <a:solidFill>
                  <a:srgbClr val="D6440E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rgbClr val="DB4F00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50" b="0" i="0">
                <a:solidFill>
                  <a:srgbClr val="D6440E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rgbClr val="DB4F00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50" b="0" i="0">
                <a:solidFill>
                  <a:srgbClr val="D6440E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50" b="0" i="0">
                <a:solidFill>
                  <a:srgbClr val="D6440E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4761" y="524587"/>
            <a:ext cx="18554577" cy="1105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50" b="0" i="0">
                <a:solidFill>
                  <a:srgbClr val="D6440E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76290" y="4701816"/>
            <a:ext cx="8798560" cy="3344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rgbClr val="DB4F00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rinzin@streetbite.a" TargetMode="Externa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jpg"/><Relationship Id="rId5" Type="http://schemas.openxmlformats.org/officeDocument/2006/relationships/hyperlink" Target="http://www.craiyon.com/" TargetMode="External"/><Relationship Id="rId6" Type="http://schemas.openxmlformats.org/officeDocument/2006/relationships/hyperlink" Target="http://www.thepockobIeIife.com/wp-content/uploads/2023/04/osoko" TargetMode="External"/><Relationship Id="rId7" Type="http://schemas.openxmlformats.org/officeDocument/2006/relationships/hyperlink" Target="http://www.thepockabIeIife.com/" TargetMode="External"/><Relationship Id="rId8" Type="http://schemas.openxmlformats.org/officeDocument/2006/relationships/hyperlink" Target="http://www.vecteezy.com/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65950" y="3197935"/>
            <a:ext cx="7259955" cy="19494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600" spc="840">
                <a:solidFill>
                  <a:srgbClr val="CF4616"/>
                </a:solidFill>
                <a:latin typeface="Times New Roman"/>
                <a:cs typeface="Times New Roman"/>
              </a:rPr>
              <a:t>Streetbite</a:t>
            </a:r>
            <a:endParaRPr sz="126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008610" y="5561737"/>
            <a:ext cx="6083300" cy="1727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3769360" algn="l"/>
              </a:tabLst>
            </a:pPr>
            <a:r>
              <a:rPr dirty="0" sz="3350" spc="90">
                <a:solidFill>
                  <a:srgbClr val="5D3D38"/>
                </a:solidFill>
                <a:latin typeface="Times New Roman"/>
                <a:cs typeface="Times New Roman"/>
              </a:rPr>
              <a:t>Discover</a:t>
            </a:r>
            <a:r>
              <a:rPr dirty="0" sz="3350" spc="215">
                <a:solidFill>
                  <a:srgbClr val="5D3D38"/>
                </a:solidFill>
                <a:latin typeface="Times New Roman"/>
                <a:cs typeface="Times New Roman"/>
              </a:rPr>
              <a:t> </a:t>
            </a:r>
            <a:r>
              <a:rPr dirty="0" sz="3350" spc="75">
                <a:solidFill>
                  <a:srgbClr val="5B3F34"/>
                </a:solidFill>
                <a:latin typeface="Times New Roman"/>
                <a:cs typeface="Times New Roman"/>
              </a:rPr>
              <a:t>†he</a:t>
            </a:r>
            <a:r>
              <a:rPr dirty="0" sz="3350" spc="270">
                <a:solidFill>
                  <a:srgbClr val="5B3F34"/>
                </a:solidFill>
                <a:latin typeface="Times New Roman"/>
                <a:cs typeface="Times New Roman"/>
              </a:rPr>
              <a:t> </a:t>
            </a:r>
            <a:r>
              <a:rPr dirty="0" sz="3350" spc="-10">
                <a:solidFill>
                  <a:srgbClr val="573D34"/>
                </a:solidFill>
                <a:latin typeface="Times New Roman"/>
                <a:cs typeface="Times New Roman"/>
              </a:rPr>
              <a:t>Ci†y’s</a:t>
            </a:r>
            <a:r>
              <a:rPr dirty="0" sz="3350">
                <a:solidFill>
                  <a:srgbClr val="573D34"/>
                </a:solidFill>
                <a:latin typeface="Times New Roman"/>
                <a:cs typeface="Times New Roman"/>
              </a:rPr>
              <a:t>	</a:t>
            </a:r>
            <a:r>
              <a:rPr dirty="0" sz="3350">
                <a:solidFill>
                  <a:srgbClr val="593F36"/>
                </a:solidFill>
                <a:latin typeface="Times New Roman"/>
                <a:cs typeface="Times New Roman"/>
              </a:rPr>
              <a:t>Bes†</a:t>
            </a:r>
            <a:r>
              <a:rPr dirty="0" sz="3350" spc="120">
                <a:solidFill>
                  <a:srgbClr val="593F36"/>
                </a:solidFill>
                <a:latin typeface="Times New Roman"/>
                <a:cs typeface="Times New Roman"/>
              </a:rPr>
              <a:t> </a:t>
            </a:r>
            <a:r>
              <a:rPr dirty="0" sz="3350" spc="-10">
                <a:solidFill>
                  <a:srgbClr val="604136"/>
                </a:solidFill>
                <a:latin typeface="Times New Roman"/>
                <a:cs typeface="Times New Roman"/>
              </a:rPr>
              <a:t>Flavors</a:t>
            </a:r>
            <a:endParaRPr sz="3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60"/>
              </a:spcBef>
            </a:pPr>
            <a:endParaRPr sz="33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2300">
                <a:solidFill>
                  <a:srgbClr val="F6700E"/>
                </a:solidFill>
                <a:latin typeface="Times New Roman"/>
                <a:cs typeface="Times New Roman"/>
              </a:rPr>
              <a:t>Rinzin</a:t>
            </a:r>
            <a:r>
              <a:rPr dirty="0" sz="2300" spc="120">
                <a:solidFill>
                  <a:srgbClr val="F6700E"/>
                </a:solidFill>
                <a:latin typeface="Times New Roman"/>
                <a:cs typeface="Times New Roman"/>
              </a:rPr>
              <a:t> </a:t>
            </a:r>
            <a:r>
              <a:rPr dirty="0" sz="2300" spc="130">
                <a:solidFill>
                  <a:srgbClr val="FF720F"/>
                </a:solidFill>
                <a:latin typeface="Times New Roman"/>
                <a:cs typeface="Times New Roman"/>
              </a:rPr>
              <a:t>Sherpa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60040" y="2858551"/>
            <a:ext cx="12863482" cy="706784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2134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10"/>
              </a:spcBef>
            </a:pPr>
            <a:r>
              <a:rPr dirty="0" sz="6300" spc="275">
                <a:solidFill>
                  <a:srgbClr val="DA4213"/>
                </a:solidFill>
                <a:latin typeface="Trebuchet MS"/>
                <a:cs typeface="Trebuchet MS"/>
              </a:rPr>
              <a:t>The</a:t>
            </a:r>
            <a:r>
              <a:rPr dirty="0" sz="6300" spc="280">
                <a:solidFill>
                  <a:srgbClr val="DA4213"/>
                </a:solidFill>
                <a:latin typeface="Trebuchet MS"/>
                <a:cs typeface="Trebuchet MS"/>
              </a:rPr>
              <a:t> </a:t>
            </a:r>
            <a:r>
              <a:rPr dirty="0" sz="6300" spc="305">
                <a:solidFill>
                  <a:srgbClr val="DB4115"/>
                </a:solidFill>
                <a:latin typeface="Trebuchet MS"/>
                <a:cs typeface="Trebuchet MS"/>
              </a:rPr>
              <a:t>Hunter's</a:t>
            </a:r>
            <a:r>
              <a:rPr dirty="0" sz="6300" spc="300">
                <a:solidFill>
                  <a:srgbClr val="DB4115"/>
                </a:solidFill>
                <a:latin typeface="Trebuchet MS"/>
                <a:cs typeface="Trebuchet MS"/>
              </a:rPr>
              <a:t> </a:t>
            </a:r>
            <a:r>
              <a:rPr dirty="0" sz="6300" spc="355">
                <a:solidFill>
                  <a:srgbClr val="DF4213"/>
                </a:solidFill>
                <a:latin typeface="Trebuchet MS"/>
                <a:cs typeface="Trebuchet MS"/>
              </a:rPr>
              <a:t>Struggle</a:t>
            </a:r>
            <a:endParaRPr sz="63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52911" y="3996340"/>
            <a:ext cx="8604885" cy="46247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 marR="399415">
              <a:lnSpc>
                <a:spcPct val="147900"/>
              </a:lnSpc>
              <a:spcBef>
                <a:spcPts val="95"/>
              </a:spcBef>
            </a:pPr>
            <a:r>
              <a:rPr dirty="0" sz="2300" spc="55">
                <a:solidFill>
                  <a:srgbClr val="1D1D1D"/>
                </a:solidFill>
                <a:latin typeface="Trebuchet MS"/>
                <a:cs typeface="Trebuchet MS"/>
              </a:rPr>
              <a:t>We've</a:t>
            </a:r>
            <a:r>
              <a:rPr dirty="0" sz="2300" spc="100">
                <a:solidFill>
                  <a:srgbClr val="1D1D1D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1C1C1C"/>
                </a:solidFill>
                <a:latin typeface="Trebuchet MS"/>
                <a:cs typeface="Trebuchet MS"/>
              </a:rPr>
              <a:t>all</a:t>
            </a:r>
            <a:r>
              <a:rPr dirty="0" sz="2300" spc="180">
                <a:solidFill>
                  <a:srgbClr val="1C1C1C"/>
                </a:solidFill>
                <a:latin typeface="Trebuchet MS"/>
                <a:cs typeface="Trebuchet MS"/>
              </a:rPr>
              <a:t> </a:t>
            </a:r>
            <a:r>
              <a:rPr dirty="0" sz="2300" spc="95">
                <a:solidFill>
                  <a:srgbClr val="1C1C1C"/>
                </a:solidFill>
                <a:latin typeface="Trebuchet MS"/>
                <a:cs typeface="Trebuchet MS"/>
              </a:rPr>
              <a:t>been</a:t>
            </a:r>
            <a:r>
              <a:rPr dirty="0" sz="2300" spc="-55">
                <a:solidFill>
                  <a:srgbClr val="1C1C1C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1C1C1C"/>
                </a:solidFill>
                <a:latin typeface="Trebuchet MS"/>
                <a:cs typeface="Trebuchet MS"/>
              </a:rPr>
              <a:t>there:</a:t>
            </a:r>
            <a:r>
              <a:rPr dirty="0" sz="2300" spc="25">
                <a:solidFill>
                  <a:srgbClr val="1C1C1C"/>
                </a:solidFill>
                <a:latin typeface="Trebuchet MS"/>
                <a:cs typeface="Trebuchet MS"/>
              </a:rPr>
              <a:t> </a:t>
            </a:r>
            <a:r>
              <a:rPr dirty="0" sz="2300" spc="65">
                <a:solidFill>
                  <a:srgbClr val="212121"/>
                </a:solidFill>
                <a:latin typeface="Trebuchet MS"/>
                <a:cs typeface="Trebuchet MS"/>
              </a:rPr>
              <a:t>wondering</a:t>
            </a:r>
            <a:r>
              <a:rPr dirty="0" sz="2300" spc="32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1C1C1C"/>
                </a:solidFill>
                <a:latin typeface="Trebuchet MS"/>
                <a:cs typeface="Trebuchet MS"/>
              </a:rPr>
              <a:t>the</a:t>
            </a:r>
            <a:r>
              <a:rPr dirty="0" sz="2300" spc="114">
                <a:solidFill>
                  <a:srgbClr val="1C1C1C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1F1F1F"/>
                </a:solidFill>
                <a:latin typeface="Trebuchet MS"/>
                <a:cs typeface="Trebuchet MS"/>
              </a:rPr>
              <a:t>streets</a:t>
            </a:r>
            <a:r>
              <a:rPr dirty="0" sz="2300" spc="155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dirty="0" sz="2300" spc="70">
                <a:solidFill>
                  <a:srgbClr val="242424"/>
                </a:solidFill>
                <a:latin typeface="Trebuchet MS"/>
                <a:cs typeface="Trebuchet MS"/>
              </a:rPr>
              <a:t>hung</a:t>
            </a:r>
            <a:r>
              <a:rPr dirty="0" sz="2300" spc="-400">
                <a:solidFill>
                  <a:srgbClr val="242424"/>
                </a:solidFill>
                <a:latin typeface="Trebuchet MS"/>
                <a:cs typeface="Trebuchet MS"/>
              </a:rPr>
              <a:t> </a:t>
            </a:r>
            <a:r>
              <a:rPr dirty="0" sz="2300" spc="-145">
                <a:solidFill>
                  <a:srgbClr val="1D1D1D"/>
                </a:solidFill>
                <a:latin typeface="Trebuchet MS"/>
                <a:cs typeface="Trebuchet MS"/>
              </a:rPr>
              <a:t>ry,</a:t>
            </a:r>
            <a:r>
              <a:rPr dirty="0" sz="2300" spc="-55">
                <a:solidFill>
                  <a:srgbClr val="1D1D1D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1F1F1F"/>
                </a:solidFill>
                <a:latin typeface="Trebuchet MS"/>
                <a:cs typeface="Trebuchet MS"/>
              </a:rPr>
              <a:t>unsure </a:t>
            </a:r>
            <a:r>
              <a:rPr dirty="0" sz="2300">
                <a:solidFill>
                  <a:srgbClr val="212121"/>
                </a:solidFill>
                <a:latin typeface="Trebuchet MS"/>
                <a:cs typeface="Trebuchet MS"/>
              </a:rPr>
              <a:t>where</a:t>
            </a:r>
            <a:r>
              <a:rPr dirty="0" sz="2300" spc="15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1D1D1D"/>
                </a:solidFill>
                <a:latin typeface="Trebuchet MS"/>
                <a:cs typeface="Trebuchet MS"/>
              </a:rPr>
              <a:t>to</a:t>
            </a:r>
            <a:r>
              <a:rPr dirty="0" sz="2300" spc="100">
                <a:solidFill>
                  <a:srgbClr val="1D1D1D"/>
                </a:solidFill>
                <a:latin typeface="Trebuchet MS"/>
                <a:cs typeface="Trebuchet MS"/>
              </a:rPr>
              <a:t> </a:t>
            </a:r>
            <a:r>
              <a:rPr dirty="0" sz="2300" spc="-25">
                <a:solidFill>
                  <a:srgbClr val="232323"/>
                </a:solidFill>
                <a:latin typeface="Trebuchet MS"/>
                <a:cs typeface="Trebuchet MS"/>
              </a:rPr>
              <a:t>go.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300">
              <a:latin typeface="Trebuchet MS"/>
              <a:cs typeface="Trebuchet MS"/>
            </a:endParaRPr>
          </a:p>
          <a:p>
            <a:pPr marL="666115" marR="153670" indent="-1905">
              <a:lnSpc>
                <a:spcPct val="147900"/>
              </a:lnSpc>
              <a:spcBef>
                <a:spcPts val="5"/>
              </a:spcBef>
            </a:pPr>
            <a:r>
              <a:rPr dirty="0" sz="2300" spc="55">
                <a:solidFill>
                  <a:srgbClr val="212121"/>
                </a:solidFill>
                <a:latin typeface="Arial MT"/>
                <a:cs typeface="Arial MT"/>
              </a:rPr>
              <a:t>h</a:t>
            </a:r>
            <a:r>
              <a:rPr dirty="0" sz="1550" spc="55">
                <a:solidFill>
                  <a:srgbClr val="212121"/>
                </a:solidFill>
                <a:latin typeface="Arial MT"/>
                <a:cs typeface="Arial MT"/>
              </a:rPr>
              <a:t>Ï</a:t>
            </a:r>
            <a:r>
              <a:rPr dirty="0" sz="2300" spc="55">
                <a:solidFill>
                  <a:srgbClr val="212121"/>
                </a:solidFill>
                <a:latin typeface="Arial MT"/>
                <a:cs typeface="Arial MT"/>
              </a:rPr>
              <a:t>dden</a:t>
            </a:r>
            <a:r>
              <a:rPr dirty="0" sz="2300" spc="3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1C1C1C"/>
                </a:solidFill>
                <a:latin typeface="Arial MT"/>
                <a:cs typeface="Arial MT"/>
              </a:rPr>
              <a:t>Gems</a:t>
            </a:r>
            <a:r>
              <a:rPr dirty="0" sz="2300" spc="16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2300" i="1">
                <a:solidFill>
                  <a:srgbClr val="1C1C1C"/>
                </a:solidFill>
                <a:latin typeface="Arial"/>
                <a:cs typeface="Arial"/>
              </a:rPr>
              <a:t>sto</a:t>
            </a:r>
            <a:r>
              <a:rPr dirty="0" baseline="-13285" sz="3450" i="1">
                <a:solidFill>
                  <a:srgbClr val="1C1C1C"/>
                </a:solidFill>
                <a:latin typeface="Arial"/>
                <a:cs typeface="Arial"/>
              </a:rPr>
              <a:t>Y</a:t>
            </a:r>
            <a:r>
              <a:rPr dirty="0" baseline="-13285" sz="3450" spc="-367" i="1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2300" spc="90">
                <a:solidFill>
                  <a:srgbClr val="212121"/>
                </a:solidFill>
                <a:latin typeface="Arial MT"/>
                <a:cs typeface="Arial MT"/>
              </a:rPr>
              <a:t>hidden:</a:t>
            </a:r>
            <a:r>
              <a:rPr dirty="0" sz="2300" spc="1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1F1F1F"/>
                </a:solidFill>
                <a:latin typeface="Arial MT"/>
                <a:cs typeface="Arial MT"/>
              </a:rPr>
              <a:t>The</a:t>
            </a:r>
            <a:r>
              <a:rPr dirty="0" sz="2300" spc="16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2300" spc="50">
                <a:solidFill>
                  <a:srgbClr val="232323"/>
                </a:solidFill>
                <a:latin typeface="Arial MT"/>
                <a:cs typeface="Arial MT"/>
              </a:rPr>
              <a:t>best</a:t>
            </a:r>
            <a:r>
              <a:rPr dirty="0" sz="2300" spc="15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1C1C1C"/>
                </a:solidFill>
                <a:latin typeface="Arial MT"/>
                <a:cs typeface="Arial MT"/>
              </a:rPr>
              <a:t>vendors</a:t>
            </a:r>
            <a:r>
              <a:rPr dirty="0" sz="2300" spc="27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2300" spc="114">
                <a:solidFill>
                  <a:srgbClr val="1A1A1A"/>
                </a:solidFill>
                <a:latin typeface="Arial MT"/>
                <a:cs typeface="Arial MT"/>
              </a:rPr>
              <a:t>often</a:t>
            </a:r>
            <a:r>
              <a:rPr dirty="0" sz="2300" spc="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2300" spc="70">
                <a:solidFill>
                  <a:srgbClr val="1F1F1F"/>
                </a:solidFill>
                <a:latin typeface="Arial MT"/>
                <a:cs typeface="Arial MT"/>
              </a:rPr>
              <a:t>lock</a:t>
            </a:r>
            <a:r>
              <a:rPr dirty="0" sz="2300" spc="18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2300" spc="-50">
                <a:solidFill>
                  <a:srgbClr val="1A1A1A"/>
                </a:solidFill>
                <a:latin typeface="Arial MT"/>
                <a:cs typeface="Arial MT"/>
              </a:rPr>
              <a:t>o </a:t>
            </a:r>
            <a:r>
              <a:rPr dirty="0" sz="2300" spc="130">
                <a:solidFill>
                  <a:srgbClr val="212121"/>
                </a:solidFill>
                <a:latin typeface="Arial MT"/>
                <a:cs typeface="Arial MT"/>
              </a:rPr>
              <a:t>digitol</a:t>
            </a:r>
            <a:r>
              <a:rPr dirty="0" sz="2300" spc="20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300" spc="90">
                <a:solidFill>
                  <a:srgbClr val="1C1C1C"/>
                </a:solidFill>
                <a:latin typeface="Arial MT"/>
                <a:cs typeface="Arial MT"/>
              </a:rPr>
              <a:t>footprint.</a:t>
            </a:r>
            <a:endParaRPr sz="2300">
              <a:latin typeface="Arial MT"/>
              <a:cs typeface="Arial MT"/>
            </a:endParaRPr>
          </a:p>
          <a:p>
            <a:pPr marL="666750" marR="55880" indent="7620">
              <a:lnSpc>
                <a:spcPct val="136700"/>
              </a:lnSpc>
              <a:spcBef>
                <a:spcPts val="2625"/>
              </a:spcBef>
            </a:pPr>
            <a:r>
              <a:rPr dirty="0" baseline="-6802" sz="3675" spc="157">
                <a:solidFill>
                  <a:srgbClr val="1F1F1F"/>
                </a:solidFill>
                <a:latin typeface="Arial MT"/>
                <a:cs typeface="Arial MT"/>
              </a:rPr>
              <a:t>*Y</a:t>
            </a:r>
            <a:r>
              <a:rPr dirty="0" baseline="5668" sz="3675" spc="157">
                <a:solidFill>
                  <a:srgbClr val="1F1F1F"/>
                </a:solidFill>
                <a:latin typeface="Arial MT"/>
                <a:cs typeface="Arial MT"/>
              </a:rPr>
              <a:t>gi</a:t>
            </a:r>
            <a:r>
              <a:rPr dirty="0" sz="1400" spc="105">
                <a:solidFill>
                  <a:srgbClr val="1F1F1F"/>
                </a:solidFill>
                <a:latin typeface="Arial MT"/>
                <a:cs typeface="Arial MT"/>
              </a:rPr>
              <a:t>e</a:t>
            </a:r>
            <a:r>
              <a:rPr dirty="0" baseline="1133" sz="3675" spc="157">
                <a:solidFill>
                  <a:srgbClr val="1F1F1F"/>
                </a:solidFill>
                <a:latin typeface="Arial MT"/>
                <a:cs typeface="Arial MT"/>
              </a:rPr>
              <a:t>ne</a:t>
            </a:r>
            <a:r>
              <a:rPr dirty="0" baseline="1133" sz="3675" spc="-142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baseline="2267" sz="3675">
                <a:solidFill>
                  <a:srgbClr val="1C1C1C"/>
                </a:solidFill>
                <a:latin typeface="Arial MT"/>
                <a:cs typeface="Arial MT"/>
              </a:rPr>
              <a:t>Anxiet</a:t>
            </a:r>
            <a:r>
              <a:rPr dirty="0" baseline="-6802" sz="3675">
                <a:solidFill>
                  <a:srgbClr val="1C1C1C"/>
                </a:solidFill>
                <a:latin typeface="Arial MT"/>
                <a:cs typeface="Arial MT"/>
              </a:rPr>
              <a:t>Y:</a:t>
            </a:r>
            <a:r>
              <a:rPr dirty="0" baseline="-6802" sz="3675" spc="-19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1F1F1F"/>
                </a:solidFill>
                <a:latin typeface="Arial MT"/>
                <a:cs typeface="Arial MT"/>
              </a:rPr>
              <a:t>No</a:t>
            </a:r>
            <a:r>
              <a:rPr dirty="0" sz="2450" spc="-2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232323"/>
                </a:solidFill>
                <a:latin typeface="Arial MT"/>
                <a:cs typeface="Arial MT"/>
              </a:rPr>
              <a:t>way</a:t>
            </a:r>
            <a:r>
              <a:rPr dirty="0" sz="2450" spc="3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450" spc="75">
                <a:solidFill>
                  <a:srgbClr val="232323"/>
                </a:solidFill>
                <a:latin typeface="Arial MT"/>
                <a:cs typeface="Arial MT"/>
              </a:rPr>
              <a:t>to</a:t>
            </a:r>
            <a:r>
              <a:rPr dirty="0" sz="2450" spc="-14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450" spc="-25">
                <a:solidFill>
                  <a:srgbClr val="1D1D1D"/>
                </a:solidFill>
                <a:latin typeface="Arial MT"/>
                <a:cs typeface="Arial MT"/>
              </a:rPr>
              <a:t>I‹now</a:t>
            </a:r>
            <a:r>
              <a:rPr dirty="0" sz="2450" spc="3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212121"/>
                </a:solidFill>
                <a:latin typeface="Arial MT"/>
                <a:cs typeface="Arial MT"/>
              </a:rPr>
              <a:t>if</a:t>
            </a:r>
            <a:r>
              <a:rPr dirty="0" sz="2450" spc="2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5D503D"/>
                </a:solidFill>
                <a:latin typeface="Arial MT"/>
                <a:cs typeface="Arial MT"/>
              </a:rPr>
              <a:t>o</a:t>
            </a:r>
            <a:r>
              <a:rPr dirty="0" sz="2450" spc="125">
                <a:solidFill>
                  <a:srgbClr val="5D503D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212121"/>
                </a:solidFill>
                <a:latin typeface="Arial MT"/>
                <a:cs typeface="Arial MT"/>
              </a:rPr>
              <a:t>stoll</a:t>
            </a:r>
            <a:r>
              <a:rPr dirty="0" sz="2450" spc="10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1C1C1C"/>
                </a:solidFill>
                <a:latin typeface="Arial MT"/>
                <a:cs typeface="Arial MT"/>
              </a:rPr>
              <a:t>follows</a:t>
            </a:r>
            <a:r>
              <a:rPr dirty="0" sz="2450" spc="8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212121"/>
                </a:solidFill>
                <a:latin typeface="Arial MT"/>
                <a:cs typeface="Arial MT"/>
              </a:rPr>
              <a:t>safety </a:t>
            </a:r>
            <a:r>
              <a:rPr dirty="0" sz="2450" spc="-75">
                <a:solidFill>
                  <a:srgbClr val="232323"/>
                </a:solidFill>
                <a:latin typeface="Arial MT"/>
                <a:cs typeface="Arial MT"/>
              </a:rPr>
              <a:t>sta</a:t>
            </a:r>
            <a:r>
              <a:rPr dirty="0" sz="2450" spc="-41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450" spc="-25">
                <a:solidFill>
                  <a:srgbClr val="212121"/>
                </a:solidFill>
                <a:latin typeface="Arial MT"/>
                <a:cs typeface="Arial MT"/>
              </a:rPr>
              <a:t>ndo</a:t>
            </a:r>
            <a:r>
              <a:rPr dirty="0" sz="2450" spc="-4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450" spc="-20">
                <a:solidFill>
                  <a:srgbClr val="1C1C1C"/>
                </a:solidFill>
                <a:latin typeface="Arial MT"/>
                <a:cs typeface="Arial MT"/>
              </a:rPr>
              <a:t>rds.</a:t>
            </a:r>
            <a:endParaRPr sz="2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2450">
              <a:latin typeface="Arial MT"/>
              <a:cs typeface="Arial MT"/>
            </a:endParaRPr>
          </a:p>
          <a:p>
            <a:pPr marL="662305">
              <a:lnSpc>
                <a:spcPct val="100000"/>
              </a:lnSpc>
              <a:spcBef>
                <a:spcPts val="5"/>
              </a:spcBef>
              <a:tabLst>
                <a:tab pos="5379085" algn="l"/>
              </a:tabLst>
            </a:pPr>
            <a:r>
              <a:rPr dirty="0" sz="2200">
                <a:solidFill>
                  <a:srgbClr val="1A1A1A"/>
                </a:solidFill>
                <a:latin typeface="Arial MT"/>
                <a:cs typeface="Arial MT"/>
              </a:rPr>
              <a:t>Cash</a:t>
            </a:r>
            <a:r>
              <a:rPr dirty="0" sz="2200" spc="12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2200" spc="65">
                <a:solidFill>
                  <a:srgbClr val="1A1A1A"/>
                </a:solidFill>
                <a:latin typeface="Arial MT"/>
                <a:cs typeface="Arial MT"/>
              </a:rPr>
              <a:t>Chaos:</a:t>
            </a:r>
            <a:r>
              <a:rPr dirty="0" sz="2200" spc="15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2200" spc="65">
                <a:solidFill>
                  <a:srgbClr val="212121"/>
                </a:solidFill>
                <a:latin typeface="Arial MT"/>
                <a:cs typeface="Arial MT"/>
              </a:rPr>
              <a:t>"Do</a:t>
            </a:r>
            <a:r>
              <a:rPr dirty="0" sz="2200" spc="40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200" spc="90">
                <a:solidFill>
                  <a:srgbClr val="282828"/>
                </a:solidFill>
                <a:latin typeface="Arial MT"/>
                <a:cs typeface="Arial MT"/>
              </a:rPr>
              <a:t>you</a:t>
            </a:r>
            <a:r>
              <a:rPr dirty="0" sz="2200" spc="125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dirty="0" sz="2200" spc="70">
                <a:solidFill>
                  <a:srgbClr val="1A1A1A"/>
                </a:solidFill>
                <a:latin typeface="Arial MT"/>
                <a:cs typeface="Arial MT"/>
              </a:rPr>
              <a:t>to</a:t>
            </a:r>
            <a:r>
              <a:rPr dirty="0" sz="2200" spc="-23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32323"/>
                </a:solidFill>
                <a:latin typeface="Arial MT"/>
                <a:cs typeface="Arial MT"/>
              </a:rPr>
              <a:t>ke</a:t>
            </a:r>
            <a:r>
              <a:rPr dirty="0" sz="2200" spc="125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200" spc="65">
                <a:solidFill>
                  <a:srgbClr val="1D1D1D"/>
                </a:solidFill>
                <a:latin typeface="Arial MT"/>
                <a:cs typeface="Arial MT"/>
              </a:rPr>
              <a:t>co</a:t>
            </a:r>
            <a:r>
              <a:rPr dirty="0" sz="2200" spc="-355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2200" spc="-50">
                <a:solidFill>
                  <a:srgbClr val="242424"/>
                </a:solidFill>
                <a:latin typeface="Arial MT"/>
                <a:cs typeface="Arial MT"/>
              </a:rPr>
              <a:t>r</a:t>
            </a:r>
            <a:r>
              <a:rPr dirty="0" sz="2200">
                <a:solidFill>
                  <a:srgbClr val="242424"/>
                </a:solidFill>
                <a:latin typeface="Arial MT"/>
                <a:cs typeface="Arial MT"/>
              </a:rPr>
              <a:t>	</a:t>
            </a:r>
            <a:r>
              <a:rPr dirty="0" sz="2200" spc="-265">
                <a:solidFill>
                  <a:srgbClr val="2A2A2A"/>
                </a:solidFill>
                <a:latin typeface="Arial MT"/>
                <a:cs typeface="Arial MT"/>
              </a:rPr>
              <a:t>s</a:t>
            </a:r>
            <a:r>
              <a:rPr dirty="0" sz="2200" spc="16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2200" spc="160">
                <a:solidFill>
                  <a:srgbClr val="262626"/>
                </a:solidFill>
                <a:latin typeface="Arial MT"/>
                <a:cs typeface="Arial MT"/>
              </a:rPr>
              <a:t>often</a:t>
            </a:r>
            <a:r>
              <a:rPr dirty="0" sz="2200" spc="9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1A1A1A"/>
                </a:solidFill>
                <a:latin typeface="Arial MT"/>
                <a:cs typeface="Arial MT"/>
              </a:rPr>
              <a:t>o</a:t>
            </a:r>
            <a:r>
              <a:rPr dirty="0" sz="2200" spc="26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12121"/>
                </a:solidFill>
                <a:latin typeface="Arial MT"/>
                <a:cs typeface="Arial MT"/>
              </a:rPr>
              <a:t>go</a:t>
            </a:r>
            <a:r>
              <a:rPr dirty="0" sz="2200" spc="-1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200" spc="100">
                <a:solidFill>
                  <a:srgbClr val="1C1C1C"/>
                </a:solidFill>
                <a:latin typeface="Arial MT"/>
                <a:cs typeface="Arial MT"/>
              </a:rPr>
              <a:t>mble.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650">
                <a:solidFill>
                  <a:srgbClr val="D3421D"/>
                </a:solidFill>
              </a:rPr>
              <a:t>Meet</a:t>
            </a:r>
            <a:r>
              <a:rPr dirty="0" sz="9650" spc="840">
                <a:solidFill>
                  <a:srgbClr val="D3421D"/>
                </a:solidFill>
              </a:rPr>
              <a:t> </a:t>
            </a:r>
            <a:r>
              <a:rPr dirty="0" sz="9650" spc="229">
                <a:solidFill>
                  <a:srgbClr val="D6410F"/>
                </a:solidFill>
              </a:rPr>
              <a:t>Streetbite</a:t>
            </a:r>
            <a:endParaRPr sz="9650"/>
          </a:p>
        </p:txBody>
      </p:sp>
      <p:sp>
        <p:nvSpPr>
          <p:cNvPr id="3" name="object 3" descr=""/>
          <p:cNvSpPr txBox="1"/>
          <p:nvPr/>
        </p:nvSpPr>
        <p:spPr>
          <a:xfrm>
            <a:off x="6629104" y="6579376"/>
            <a:ext cx="6856095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110">
                <a:solidFill>
                  <a:srgbClr val="181818"/>
                </a:solidFill>
                <a:latin typeface="Trebuchet MS"/>
                <a:cs typeface="Trebuchet MS"/>
              </a:rPr>
              <a:t>Your</a:t>
            </a:r>
            <a:r>
              <a:rPr dirty="0" sz="2450" spc="-65">
                <a:solidFill>
                  <a:srgbClr val="181818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181818"/>
                </a:solidFill>
                <a:latin typeface="Trebuchet MS"/>
                <a:cs typeface="Trebuchet MS"/>
              </a:rPr>
              <a:t>personal</a:t>
            </a:r>
            <a:r>
              <a:rPr dirty="0" sz="2450" spc="155">
                <a:solidFill>
                  <a:srgbClr val="181818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262626"/>
                </a:solidFill>
                <a:latin typeface="Trebuchet MS"/>
                <a:cs typeface="Trebuchet MS"/>
              </a:rPr>
              <a:t>compass</a:t>
            </a:r>
            <a:r>
              <a:rPr dirty="0" sz="2450" spc="35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2450" spc="-30">
                <a:solidFill>
                  <a:srgbClr val="262626"/>
                </a:solidFill>
                <a:latin typeface="Trebuchet MS"/>
                <a:cs typeface="Trebuchet MS"/>
              </a:rPr>
              <a:t>for</a:t>
            </a:r>
            <a:r>
              <a:rPr dirty="0" sz="2450" spc="-85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262626"/>
                </a:solidFill>
                <a:latin typeface="Trebuchet MS"/>
                <a:cs typeface="Trebuchet MS"/>
              </a:rPr>
              <a:t>the</a:t>
            </a:r>
            <a:r>
              <a:rPr dirty="0" sz="2450" spc="-20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2450" spc="-25">
                <a:solidFill>
                  <a:srgbClr val="1F1F1F"/>
                </a:solidFill>
                <a:latin typeface="Trebuchet MS"/>
                <a:cs typeface="Trebuchet MS"/>
              </a:rPr>
              <a:t>urbo</a:t>
            </a:r>
            <a:r>
              <a:rPr dirty="0" sz="2450" spc="-470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2F2F2F"/>
                </a:solidFill>
                <a:latin typeface="Trebuchet MS"/>
                <a:cs typeface="Trebuchet MS"/>
              </a:rPr>
              <a:t>n</a:t>
            </a:r>
            <a:r>
              <a:rPr dirty="0" sz="2450" spc="-185">
                <a:solidFill>
                  <a:srgbClr val="2F2F2F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181818"/>
                </a:solidFill>
                <a:latin typeface="Trebuchet MS"/>
                <a:cs typeface="Trebuchet MS"/>
              </a:rPr>
              <a:t>food</a:t>
            </a:r>
            <a:r>
              <a:rPr dirty="0" sz="2450" spc="45">
                <a:solidFill>
                  <a:srgbClr val="181818"/>
                </a:solidFill>
                <a:latin typeface="Trebuchet MS"/>
                <a:cs typeface="Trebuchet MS"/>
              </a:rPr>
              <a:t> </a:t>
            </a:r>
            <a:r>
              <a:rPr dirty="0" sz="2450" spc="-20">
                <a:solidFill>
                  <a:srgbClr val="131313"/>
                </a:solidFill>
                <a:latin typeface="Trebuchet MS"/>
                <a:cs typeface="Trebuchet MS"/>
              </a:rPr>
              <a:t>jungle.</a:t>
            </a:r>
            <a:endParaRPr sz="2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50" spc="-285">
                <a:solidFill>
                  <a:srgbClr val="D8411A"/>
                </a:solidFill>
                <a:latin typeface="Trebuchet MS"/>
                <a:cs typeface="Trebuchet MS"/>
              </a:rPr>
              <a:t>Whot's</a:t>
            </a:r>
            <a:r>
              <a:rPr dirty="0" sz="7050" spc="30">
                <a:solidFill>
                  <a:srgbClr val="D8411A"/>
                </a:solidFill>
                <a:latin typeface="Trebuchet MS"/>
                <a:cs typeface="Trebuchet MS"/>
              </a:rPr>
              <a:t> </a:t>
            </a:r>
            <a:r>
              <a:rPr dirty="0" sz="7050" spc="-10">
                <a:solidFill>
                  <a:srgbClr val="D84813"/>
                </a:solidFill>
                <a:latin typeface="Trebuchet MS"/>
                <a:cs typeface="Trebuchet MS"/>
              </a:rPr>
              <a:t>Inside</a:t>
            </a:r>
            <a:endParaRPr sz="70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70929" y="5451793"/>
            <a:ext cx="4866005" cy="25787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12065">
              <a:lnSpc>
                <a:spcPct val="100000"/>
              </a:lnSpc>
              <a:spcBef>
                <a:spcPts val="95"/>
              </a:spcBef>
            </a:pPr>
            <a:r>
              <a:rPr dirty="0" sz="4900" spc="-114">
                <a:solidFill>
                  <a:srgbClr val="F25601"/>
                </a:solidFill>
                <a:latin typeface="Trebuchet MS"/>
                <a:cs typeface="Trebuchet MS"/>
              </a:rPr>
              <a:t>Live</a:t>
            </a:r>
            <a:r>
              <a:rPr dirty="0" sz="4900" spc="-225">
                <a:solidFill>
                  <a:srgbClr val="F25601"/>
                </a:solidFill>
                <a:latin typeface="Trebuchet MS"/>
                <a:cs typeface="Trebuchet MS"/>
              </a:rPr>
              <a:t> </a:t>
            </a:r>
            <a:r>
              <a:rPr dirty="0" sz="4900" spc="-25">
                <a:solidFill>
                  <a:srgbClr val="EB4B03"/>
                </a:solidFill>
                <a:latin typeface="Trebuchet MS"/>
                <a:cs typeface="Trebuchet MS"/>
              </a:rPr>
              <a:t>Mop</a:t>
            </a:r>
            <a:endParaRPr sz="4900">
              <a:latin typeface="Trebuchet MS"/>
              <a:cs typeface="Trebuchet MS"/>
            </a:endParaRPr>
          </a:p>
          <a:p>
            <a:pPr algn="ctr" marL="12065" marR="5080" indent="12065">
              <a:lnSpc>
                <a:spcPct val="138800"/>
              </a:lnSpc>
              <a:spcBef>
                <a:spcPts val="1985"/>
              </a:spcBef>
            </a:pPr>
            <a:r>
              <a:rPr dirty="0" sz="2450" spc="-80">
                <a:solidFill>
                  <a:srgbClr val="212121"/>
                </a:solidFill>
                <a:latin typeface="Trebuchet MS"/>
                <a:cs typeface="Trebuchet MS"/>
              </a:rPr>
              <a:t>Real-</a:t>
            </a:r>
            <a:r>
              <a:rPr dirty="0" sz="2450" spc="-10">
                <a:solidFill>
                  <a:srgbClr val="212121"/>
                </a:solidFill>
                <a:latin typeface="Trebuchet MS"/>
                <a:cs typeface="Trebuchet MS"/>
              </a:rPr>
              <a:t>time</a:t>
            </a:r>
            <a:r>
              <a:rPr dirty="0" sz="2450" spc="-12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1A1A1A"/>
                </a:solidFill>
                <a:latin typeface="Trebuchet MS"/>
                <a:cs typeface="Trebuchet MS"/>
              </a:rPr>
              <a:t>tracking</a:t>
            </a:r>
            <a:r>
              <a:rPr dirty="0" sz="2450" spc="95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1C1C1C"/>
                </a:solidFill>
                <a:latin typeface="Trebuchet MS"/>
                <a:cs typeface="Trebuchet MS"/>
              </a:rPr>
              <a:t>of</a:t>
            </a:r>
            <a:r>
              <a:rPr dirty="0" sz="2450" spc="-185">
                <a:solidFill>
                  <a:srgbClr val="1C1C1C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212121"/>
                </a:solidFill>
                <a:latin typeface="Trebuchet MS"/>
                <a:cs typeface="Trebuchet MS"/>
              </a:rPr>
              <a:t>mobile</a:t>
            </a:r>
            <a:r>
              <a:rPr dirty="0" sz="2450" spc="-3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450" spc="-50">
                <a:solidFill>
                  <a:srgbClr val="1C1C1C"/>
                </a:solidFill>
                <a:latin typeface="Trebuchet MS"/>
                <a:cs typeface="Trebuchet MS"/>
              </a:rPr>
              <a:t>co</a:t>
            </a:r>
            <a:r>
              <a:rPr dirty="0" sz="2450" spc="-509">
                <a:solidFill>
                  <a:srgbClr val="1C1C1C"/>
                </a:solidFill>
                <a:latin typeface="Trebuchet MS"/>
                <a:cs typeface="Trebuchet MS"/>
              </a:rPr>
              <a:t> </a:t>
            </a:r>
            <a:r>
              <a:rPr dirty="0" sz="2450" spc="-25">
                <a:solidFill>
                  <a:srgbClr val="262626"/>
                </a:solidFill>
                <a:latin typeface="Trebuchet MS"/>
                <a:cs typeface="Trebuchet MS"/>
              </a:rPr>
              <a:t>rts </a:t>
            </a:r>
            <a:r>
              <a:rPr dirty="0" sz="2450">
                <a:solidFill>
                  <a:srgbClr val="1D1D1D"/>
                </a:solidFill>
                <a:latin typeface="Trebuchet MS"/>
                <a:cs typeface="Trebuchet MS"/>
              </a:rPr>
              <a:t>and</a:t>
            </a:r>
            <a:r>
              <a:rPr dirty="0" sz="2450" spc="-40">
                <a:solidFill>
                  <a:srgbClr val="1D1D1D"/>
                </a:solidFill>
                <a:latin typeface="Trebuchet MS"/>
                <a:cs typeface="Trebuchet MS"/>
              </a:rPr>
              <a:t> </a:t>
            </a:r>
            <a:r>
              <a:rPr dirty="0" sz="2450" spc="-75">
                <a:solidFill>
                  <a:srgbClr val="232323"/>
                </a:solidFill>
                <a:latin typeface="Trebuchet MS"/>
                <a:cs typeface="Trebuchet MS"/>
              </a:rPr>
              <a:t>sta</a:t>
            </a:r>
            <a:r>
              <a:rPr dirty="0" sz="2450" spc="-75">
                <a:solidFill>
                  <a:srgbClr val="1F1F1F"/>
                </a:solidFill>
                <a:latin typeface="Trebuchet MS"/>
                <a:cs typeface="Trebuchet MS"/>
              </a:rPr>
              <a:t>Ils.</a:t>
            </a:r>
            <a:r>
              <a:rPr dirty="0" sz="2450" spc="-160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1A1A1A"/>
                </a:solidFill>
                <a:latin typeface="Trebuchet MS"/>
                <a:cs typeface="Trebuchet MS"/>
              </a:rPr>
              <a:t>Never</a:t>
            </a:r>
            <a:r>
              <a:rPr dirty="0" sz="2450" spc="5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212121"/>
                </a:solidFill>
                <a:latin typeface="Trebuchet MS"/>
                <a:cs typeface="Trebuchet MS"/>
              </a:rPr>
              <a:t>miss</a:t>
            </a:r>
            <a:r>
              <a:rPr dirty="0" sz="2450" spc="1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450" spc="-20">
                <a:solidFill>
                  <a:srgbClr val="1A1A1A"/>
                </a:solidFill>
                <a:latin typeface="Trebuchet MS"/>
                <a:cs typeface="Trebuchet MS"/>
              </a:rPr>
              <a:t>your</a:t>
            </a:r>
            <a:r>
              <a:rPr dirty="0" sz="2450" spc="-4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450" spc="-10">
                <a:solidFill>
                  <a:srgbClr val="1A1A1A"/>
                </a:solidFill>
                <a:latin typeface="Trebuchet MS"/>
                <a:cs typeface="Trebuchet MS"/>
              </a:rPr>
              <a:t>favorite </a:t>
            </a:r>
            <a:r>
              <a:rPr dirty="0" sz="2450">
                <a:solidFill>
                  <a:srgbClr val="212121"/>
                </a:solidFill>
                <a:latin typeface="Trebuchet MS"/>
                <a:cs typeface="Trebuchet MS"/>
              </a:rPr>
              <a:t>vendor</a:t>
            </a:r>
            <a:r>
              <a:rPr dirty="0" sz="2450" spc="-6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450" spc="-10">
                <a:solidFill>
                  <a:srgbClr val="1C1C1C"/>
                </a:solidFill>
                <a:latin typeface="Trebuchet MS"/>
                <a:cs typeface="Trebuchet MS"/>
              </a:rPr>
              <a:t>again.</a:t>
            </a:r>
            <a:endParaRPr sz="24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836174" y="5468154"/>
            <a:ext cx="4404995" cy="256222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dirty="0" sz="4750" spc="-175">
                <a:solidFill>
                  <a:srgbClr val="EB5600"/>
                </a:solidFill>
                <a:latin typeface="Trebuchet MS"/>
                <a:cs typeface="Trebuchet MS"/>
              </a:rPr>
              <a:t>Verified</a:t>
            </a:r>
            <a:r>
              <a:rPr dirty="0" sz="4750" spc="-140">
                <a:solidFill>
                  <a:srgbClr val="EB5600"/>
                </a:solidFill>
                <a:latin typeface="Trebuchet MS"/>
                <a:cs typeface="Trebuchet MS"/>
              </a:rPr>
              <a:t> </a:t>
            </a:r>
            <a:r>
              <a:rPr dirty="0" sz="4750" spc="-10">
                <a:solidFill>
                  <a:srgbClr val="EF5D0A"/>
                </a:solidFill>
                <a:latin typeface="Trebuchet MS"/>
                <a:cs typeface="Trebuchet MS"/>
              </a:rPr>
              <a:t>Rotings</a:t>
            </a:r>
            <a:endParaRPr sz="4750">
              <a:latin typeface="Trebuchet MS"/>
              <a:cs typeface="Trebuchet MS"/>
            </a:endParaRPr>
          </a:p>
          <a:p>
            <a:pPr algn="ctr" marL="12700" marR="5080">
              <a:lnSpc>
                <a:spcPct val="138800"/>
              </a:lnSpc>
              <a:spcBef>
                <a:spcPts val="2014"/>
              </a:spcBef>
            </a:pPr>
            <a:r>
              <a:rPr dirty="0" sz="2450">
                <a:solidFill>
                  <a:srgbClr val="1A1A1A"/>
                </a:solidFill>
                <a:latin typeface="Trebuchet MS"/>
                <a:cs typeface="Trebuchet MS"/>
              </a:rPr>
              <a:t>Community</a:t>
            </a:r>
            <a:r>
              <a:rPr dirty="0" sz="2450" spc="65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450" spc="-20">
                <a:solidFill>
                  <a:srgbClr val="212121"/>
                </a:solidFill>
                <a:latin typeface="Trebuchet MS"/>
                <a:cs typeface="Trebuchet MS"/>
              </a:rPr>
              <a:t>reviews</a:t>
            </a:r>
            <a:r>
              <a:rPr dirty="0" sz="2450" spc="-1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450" spc="60">
                <a:solidFill>
                  <a:srgbClr val="232323"/>
                </a:solidFill>
                <a:latin typeface="Trebuchet MS"/>
                <a:cs typeface="Trebuchet MS"/>
              </a:rPr>
              <a:t>and</a:t>
            </a:r>
            <a:r>
              <a:rPr dirty="0" sz="2450" spc="-11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450" spc="-35">
                <a:solidFill>
                  <a:srgbClr val="242424"/>
                </a:solidFill>
                <a:latin typeface="Trebuchet MS"/>
                <a:cs typeface="Trebuchet MS"/>
              </a:rPr>
              <a:t>official </a:t>
            </a:r>
            <a:r>
              <a:rPr dirty="0" sz="2450">
                <a:solidFill>
                  <a:srgbClr val="1F1F1F"/>
                </a:solidFill>
                <a:latin typeface="Trebuchet MS"/>
                <a:cs typeface="Trebuchet MS"/>
              </a:rPr>
              <a:t>hygiene</a:t>
            </a:r>
            <a:r>
              <a:rPr dirty="0" sz="2450" spc="50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161616"/>
                </a:solidFill>
                <a:latin typeface="Trebuchet MS"/>
                <a:cs typeface="Trebuchet MS"/>
              </a:rPr>
              <a:t>scores</a:t>
            </a:r>
            <a:r>
              <a:rPr dirty="0" sz="2450" spc="35">
                <a:solidFill>
                  <a:srgbClr val="161616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1D1D1D"/>
                </a:solidFill>
                <a:latin typeface="Trebuchet MS"/>
                <a:cs typeface="Trebuchet MS"/>
              </a:rPr>
              <a:t>you</a:t>
            </a:r>
            <a:r>
              <a:rPr dirty="0" sz="2450" spc="-10">
                <a:solidFill>
                  <a:srgbClr val="1D1D1D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232323"/>
                </a:solidFill>
                <a:latin typeface="Trebuchet MS"/>
                <a:cs typeface="Trebuchet MS"/>
              </a:rPr>
              <a:t>can</a:t>
            </a:r>
            <a:r>
              <a:rPr dirty="0" sz="2450" spc="-18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450" spc="-10">
                <a:solidFill>
                  <a:srgbClr val="232323"/>
                </a:solidFill>
                <a:latin typeface="Trebuchet MS"/>
                <a:cs typeface="Trebuchet MS"/>
              </a:rPr>
              <a:t>trust </a:t>
            </a:r>
            <a:r>
              <a:rPr dirty="0" sz="2450">
                <a:solidFill>
                  <a:srgbClr val="131313"/>
                </a:solidFill>
                <a:latin typeface="Trebuchet MS"/>
                <a:cs typeface="Trebuchet MS"/>
              </a:rPr>
              <a:t>before</a:t>
            </a:r>
            <a:r>
              <a:rPr dirty="0" sz="2450" spc="-15">
                <a:solidFill>
                  <a:srgbClr val="131313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1A1A1A"/>
                </a:solidFill>
                <a:latin typeface="Trebuchet MS"/>
                <a:cs typeface="Trebuchet MS"/>
              </a:rPr>
              <a:t>you</a:t>
            </a:r>
            <a:r>
              <a:rPr dirty="0" sz="2450" spc="-10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450" spc="-10">
                <a:solidFill>
                  <a:srgbClr val="232323"/>
                </a:solidFill>
                <a:latin typeface="Trebuchet MS"/>
                <a:cs typeface="Trebuchet MS"/>
              </a:rPr>
              <a:t>bite.</a:t>
            </a:r>
            <a:endParaRPr sz="24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4142267" y="5468154"/>
            <a:ext cx="4472305" cy="256222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 marL="18415">
              <a:lnSpc>
                <a:spcPct val="100000"/>
              </a:lnSpc>
              <a:spcBef>
                <a:spcPts val="114"/>
              </a:spcBef>
            </a:pPr>
            <a:r>
              <a:rPr dirty="0" sz="4750" spc="-20">
                <a:solidFill>
                  <a:srgbClr val="E25200"/>
                </a:solidFill>
                <a:latin typeface="Trebuchet MS"/>
                <a:cs typeface="Trebuchet MS"/>
              </a:rPr>
              <a:t>Digitol</a:t>
            </a:r>
            <a:r>
              <a:rPr dirty="0" sz="4750" spc="-285">
                <a:solidFill>
                  <a:srgbClr val="E25200"/>
                </a:solidFill>
                <a:latin typeface="Trebuchet MS"/>
                <a:cs typeface="Trebuchet MS"/>
              </a:rPr>
              <a:t> </a:t>
            </a:r>
            <a:r>
              <a:rPr dirty="0" sz="4750" spc="-25">
                <a:solidFill>
                  <a:srgbClr val="EF5701"/>
                </a:solidFill>
                <a:latin typeface="Trebuchet MS"/>
                <a:cs typeface="Trebuchet MS"/>
              </a:rPr>
              <a:t>Poy</a:t>
            </a:r>
            <a:endParaRPr sz="4750">
              <a:latin typeface="Trebuchet MS"/>
              <a:cs typeface="Trebuchet MS"/>
            </a:endParaRPr>
          </a:p>
          <a:p>
            <a:pPr algn="ctr" marL="12065" marR="5080">
              <a:lnSpc>
                <a:spcPct val="138800"/>
              </a:lnSpc>
              <a:spcBef>
                <a:spcPts val="2014"/>
              </a:spcBef>
            </a:pPr>
            <a:r>
              <a:rPr dirty="0" sz="2450" spc="-10">
                <a:solidFill>
                  <a:srgbClr val="1F1F1F"/>
                </a:solidFill>
                <a:latin typeface="Trebuchet MS"/>
                <a:cs typeface="Trebuchet MS"/>
              </a:rPr>
              <a:t>Sea</a:t>
            </a:r>
            <a:r>
              <a:rPr dirty="0" sz="2450" spc="-509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242424"/>
                </a:solidFill>
                <a:latin typeface="Trebuchet MS"/>
                <a:cs typeface="Trebuchet MS"/>
              </a:rPr>
              <a:t>mless</a:t>
            </a:r>
            <a:r>
              <a:rPr dirty="0" sz="2450" spc="-75">
                <a:solidFill>
                  <a:srgbClr val="242424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212121"/>
                </a:solidFill>
                <a:latin typeface="Trebuchet MS"/>
                <a:cs typeface="Trebuchet MS"/>
              </a:rPr>
              <a:t>cashless</a:t>
            </a:r>
            <a:r>
              <a:rPr dirty="0" sz="2450" spc="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1F1F1F"/>
                </a:solidFill>
                <a:latin typeface="Trebuchet MS"/>
                <a:cs typeface="Trebuchet MS"/>
              </a:rPr>
              <a:t>payments</a:t>
            </a:r>
            <a:r>
              <a:rPr dirty="0" sz="2450" spc="40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dirty="0" sz="2450" spc="-25">
                <a:solidFill>
                  <a:srgbClr val="212121"/>
                </a:solidFill>
                <a:latin typeface="Trebuchet MS"/>
                <a:cs typeface="Trebuchet MS"/>
              </a:rPr>
              <a:t>via </a:t>
            </a:r>
            <a:r>
              <a:rPr dirty="0" sz="2450" spc="120">
                <a:solidFill>
                  <a:srgbClr val="1D1D1D"/>
                </a:solidFill>
                <a:latin typeface="Trebuchet MS"/>
                <a:cs typeface="Trebuchet MS"/>
              </a:rPr>
              <a:t>QR</a:t>
            </a:r>
            <a:r>
              <a:rPr dirty="0" sz="2450" spc="60">
                <a:solidFill>
                  <a:srgbClr val="1D1D1D"/>
                </a:solidFill>
                <a:latin typeface="Trebuchet MS"/>
                <a:cs typeface="Trebuchet MS"/>
              </a:rPr>
              <a:t> </a:t>
            </a:r>
            <a:r>
              <a:rPr dirty="0" sz="2450" spc="-45">
                <a:solidFill>
                  <a:srgbClr val="1A1A1A"/>
                </a:solidFill>
                <a:latin typeface="Trebuchet MS"/>
                <a:cs typeface="Trebuchet MS"/>
              </a:rPr>
              <a:t>code.</a:t>
            </a:r>
            <a:r>
              <a:rPr dirty="0" sz="2450" spc="-135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450" spc="-155">
                <a:solidFill>
                  <a:srgbClr val="1F1F1F"/>
                </a:solidFill>
                <a:latin typeface="Trebuchet MS"/>
                <a:cs typeface="Trebuchet MS"/>
              </a:rPr>
              <a:t>East,</a:t>
            </a:r>
            <a:r>
              <a:rPr dirty="0" sz="2450" spc="-100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dirty="0" sz="2450" spc="-80">
                <a:solidFill>
                  <a:srgbClr val="1A1A1A"/>
                </a:solidFill>
                <a:latin typeface="Trebuchet MS"/>
                <a:cs typeface="Trebuchet MS"/>
              </a:rPr>
              <a:t>secure,</a:t>
            </a:r>
            <a:r>
              <a:rPr dirty="0" sz="2450" spc="-10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450" spc="6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dirty="0" sz="2450" spc="2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450" spc="-10">
                <a:solidFill>
                  <a:srgbClr val="1A1A1A"/>
                </a:solidFill>
                <a:latin typeface="Trebuchet MS"/>
                <a:cs typeface="Trebuchet MS"/>
              </a:rPr>
              <a:t>coin- </a:t>
            </a:r>
            <a:r>
              <a:rPr dirty="0" sz="2450" spc="-10">
                <a:solidFill>
                  <a:srgbClr val="161616"/>
                </a:solidFill>
                <a:latin typeface="Trebuchet MS"/>
                <a:cs typeface="Trebuchet MS"/>
              </a:rPr>
              <a:t>free.</a:t>
            </a:r>
            <a:endParaRPr sz="2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52050" y="0"/>
            <a:ext cx="10052050" cy="1130855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32864" y="2868756"/>
            <a:ext cx="3126740" cy="51625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200">
                <a:solidFill>
                  <a:srgbClr val="D63F13"/>
                </a:solidFill>
              </a:rPr>
              <a:t>Crove</a:t>
            </a:r>
            <a:r>
              <a:rPr dirty="0" sz="3200" spc="235">
                <a:solidFill>
                  <a:srgbClr val="D63F13"/>
                </a:solidFill>
              </a:rPr>
              <a:t> </a:t>
            </a:r>
            <a:r>
              <a:rPr dirty="0" sz="3200">
                <a:solidFill>
                  <a:srgbClr val="D8421A"/>
                </a:solidFill>
              </a:rPr>
              <a:t>&amp;</a:t>
            </a:r>
            <a:r>
              <a:rPr dirty="0" sz="3200" spc="175">
                <a:solidFill>
                  <a:srgbClr val="D8421A"/>
                </a:solidFill>
              </a:rPr>
              <a:t> </a:t>
            </a:r>
            <a:r>
              <a:rPr dirty="0" sz="3200" spc="60">
                <a:solidFill>
                  <a:srgbClr val="D3421F"/>
                </a:solidFill>
              </a:rPr>
              <a:t>Explore</a:t>
            </a:r>
            <a:endParaRPr sz="3200"/>
          </a:p>
        </p:txBody>
      </p:sp>
      <p:sp>
        <p:nvSpPr>
          <p:cNvPr id="4" name="object 4" descr=""/>
          <p:cNvSpPr txBox="1"/>
          <p:nvPr/>
        </p:nvSpPr>
        <p:spPr>
          <a:xfrm>
            <a:off x="921707" y="4125263"/>
            <a:ext cx="8015605" cy="3818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" marR="1241425" indent="3175">
              <a:lnSpc>
                <a:spcPct val="136700"/>
              </a:lnSpc>
              <a:spcBef>
                <a:spcPts val="100"/>
              </a:spcBef>
            </a:pPr>
            <a:r>
              <a:rPr dirty="0" sz="2450" spc="-45">
                <a:solidFill>
                  <a:srgbClr val="212121"/>
                </a:solidFill>
                <a:latin typeface="Arial MT"/>
                <a:cs typeface="Arial MT"/>
              </a:rPr>
              <a:t>Yisuol</a:t>
            </a:r>
            <a:r>
              <a:rPr dirty="0" sz="2450" spc="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181818"/>
                </a:solidFill>
                <a:latin typeface="Arial MT"/>
                <a:cs typeface="Arial MT"/>
              </a:rPr>
              <a:t>Discovery:</a:t>
            </a:r>
            <a:r>
              <a:rPr dirty="0" sz="2450" spc="16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2450" spc="-75">
                <a:solidFill>
                  <a:srgbClr val="1F1F1F"/>
                </a:solidFill>
                <a:latin typeface="Arial MT"/>
                <a:cs typeface="Arial MT"/>
              </a:rPr>
              <a:t>Browse</a:t>
            </a:r>
            <a:r>
              <a:rPr dirty="0" sz="2450" spc="8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1A1A1A"/>
                </a:solidFill>
                <a:latin typeface="Arial MT"/>
                <a:cs typeface="Arial MT"/>
              </a:rPr>
              <a:t>mouth-watering</a:t>
            </a:r>
            <a:r>
              <a:rPr dirty="0" sz="2450" spc="-8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1C1C1C"/>
                </a:solidFill>
                <a:latin typeface="Arial MT"/>
                <a:cs typeface="Arial MT"/>
              </a:rPr>
              <a:t>photos </a:t>
            </a:r>
            <a:r>
              <a:rPr dirty="0" sz="2450">
                <a:solidFill>
                  <a:srgbClr val="1C1C1C"/>
                </a:solidFill>
                <a:latin typeface="Arial MT"/>
                <a:cs typeface="Arial MT"/>
              </a:rPr>
              <a:t>uploaded</a:t>
            </a:r>
            <a:r>
              <a:rPr dirty="0" sz="2450" spc="29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242424"/>
                </a:solidFill>
                <a:latin typeface="Arial MT"/>
                <a:cs typeface="Arial MT"/>
              </a:rPr>
              <a:t>by</a:t>
            </a:r>
            <a:r>
              <a:rPr dirty="0" sz="2450" spc="17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232323"/>
                </a:solidFill>
                <a:latin typeface="Arial MT"/>
                <a:cs typeface="Arial MT"/>
              </a:rPr>
              <a:t>the</a:t>
            </a:r>
            <a:r>
              <a:rPr dirty="0" sz="2450" spc="4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181818"/>
                </a:solidFill>
                <a:latin typeface="Arial MT"/>
                <a:cs typeface="Arial MT"/>
              </a:rPr>
              <a:t>community.</a:t>
            </a:r>
            <a:endParaRPr sz="2450">
              <a:latin typeface="Arial MT"/>
              <a:cs typeface="Arial MT"/>
            </a:endParaRPr>
          </a:p>
          <a:p>
            <a:pPr marL="20320" marR="5080" indent="1270">
              <a:lnSpc>
                <a:spcPct val="140900"/>
              </a:lnSpc>
              <a:spcBef>
                <a:spcPts val="2660"/>
              </a:spcBef>
            </a:pPr>
            <a:r>
              <a:rPr dirty="0" sz="2450">
                <a:solidFill>
                  <a:srgbClr val="1F1F1F"/>
                </a:solidFill>
                <a:latin typeface="Arial MT"/>
                <a:cs typeface="Arial MT"/>
              </a:rPr>
              <a:t>Smart</a:t>
            </a:r>
            <a:r>
              <a:rPr dirty="0" sz="2450" spc="114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2450" spc="60">
                <a:solidFill>
                  <a:srgbClr val="212121"/>
                </a:solidFill>
                <a:latin typeface="Arial MT"/>
                <a:cs typeface="Arial MT"/>
              </a:rPr>
              <a:t>filters:</a:t>
            </a:r>
            <a:r>
              <a:rPr dirty="0" sz="245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450" spc="-20">
                <a:solidFill>
                  <a:srgbClr val="1A1A1A"/>
                </a:solidFill>
                <a:latin typeface="Arial MT"/>
                <a:cs typeface="Arial MT"/>
              </a:rPr>
              <a:t>Sort</a:t>
            </a:r>
            <a:r>
              <a:rPr dirty="0" sz="2450" spc="4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212121"/>
                </a:solidFill>
                <a:latin typeface="Arial MT"/>
                <a:cs typeface="Arial MT"/>
              </a:rPr>
              <a:t>by</a:t>
            </a:r>
            <a:r>
              <a:rPr dirty="0" sz="2450" spc="-10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450" spc="-20">
                <a:solidFill>
                  <a:srgbClr val="232323"/>
                </a:solidFill>
                <a:latin typeface="Arial MT"/>
                <a:cs typeface="Arial MT"/>
              </a:rPr>
              <a:t>"Spicy",</a:t>
            </a:r>
            <a:r>
              <a:rPr dirty="0" sz="2450" spc="-6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450" spc="-60">
                <a:solidFill>
                  <a:srgbClr val="1D1D1D"/>
                </a:solidFill>
                <a:latin typeface="Arial MT"/>
                <a:cs typeface="Arial MT"/>
              </a:rPr>
              <a:t>"Vegan",</a:t>
            </a:r>
            <a:r>
              <a:rPr dirty="0" sz="2450" spc="-7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232323"/>
                </a:solidFill>
                <a:latin typeface="Arial MT"/>
                <a:cs typeface="Arial MT"/>
              </a:rPr>
              <a:t>"Budget",</a:t>
            </a:r>
            <a:r>
              <a:rPr dirty="0" sz="2450" spc="-12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1F1F1F"/>
                </a:solidFill>
                <a:latin typeface="Arial MT"/>
                <a:cs typeface="Arial MT"/>
              </a:rPr>
              <a:t>or</a:t>
            </a:r>
            <a:r>
              <a:rPr dirty="0" sz="2450" spc="-4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1C1C1C"/>
                </a:solidFill>
                <a:latin typeface="Arial MT"/>
                <a:cs typeface="Arial MT"/>
              </a:rPr>
              <a:t>"Open </a:t>
            </a:r>
            <a:r>
              <a:rPr dirty="0" sz="2450" spc="-10">
                <a:solidFill>
                  <a:srgbClr val="1F1F1F"/>
                </a:solidFill>
                <a:latin typeface="Arial MT"/>
                <a:cs typeface="Arial MT"/>
              </a:rPr>
              <a:t>Now".</a:t>
            </a:r>
            <a:endParaRPr sz="2450">
              <a:latin typeface="Arial MT"/>
              <a:cs typeface="Arial MT"/>
            </a:endParaRPr>
          </a:p>
          <a:p>
            <a:pPr marL="17145" marR="105410" indent="-5080">
              <a:lnSpc>
                <a:spcPct val="138800"/>
              </a:lnSpc>
              <a:spcBef>
                <a:spcPts val="2720"/>
              </a:spcBef>
            </a:pPr>
            <a:r>
              <a:rPr dirty="0" sz="2450">
                <a:solidFill>
                  <a:srgbClr val="1F1F1F"/>
                </a:solidFill>
                <a:latin typeface="Arial MT"/>
                <a:cs typeface="Arial MT"/>
              </a:rPr>
              <a:t>Navigate:</a:t>
            </a:r>
            <a:r>
              <a:rPr dirty="0" sz="2450" spc="21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1C1C1C"/>
                </a:solidFill>
                <a:latin typeface="Arial MT"/>
                <a:cs typeface="Arial MT"/>
              </a:rPr>
              <a:t>One-tap</a:t>
            </a:r>
            <a:r>
              <a:rPr dirty="0" sz="2450" spc="15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181818"/>
                </a:solidFill>
                <a:latin typeface="Arial MT"/>
                <a:cs typeface="Arial MT"/>
              </a:rPr>
              <a:t>directions</a:t>
            </a:r>
            <a:r>
              <a:rPr dirty="0" sz="2450" spc="28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212121"/>
                </a:solidFill>
                <a:latin typeface="Arial MT"/>
                <a:cs typeface="Arial MT"/>
              </a:rPr>
              <a:t>walking</a:t>
            </a:r>
            <a:r>
              <a:rPr dirty="0" sz="2450" spc="2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181818"/>
                </a:solidFill>
                <a:latin typeface="Arial MT"/>
                <a:cs typeface="Arial MT"/>
              </a:rPr>
              <a:t>you</a:t>
            </a:r>
            <a:r>
              <a:rPr dirty="0" sz="2450" spc="17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1F1F1F"/>
                </a:solidFill>
                <a:latin typeface="Arial MT"/>
                <a:cs typeface="Arial MT"/>
              </a:rPr>
              <a:t>straight</a:t>
            </a:r>
            <a:r>
              <a:rPr dirty="0" sz="2450" spc="27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2450" spc="75">
                <a:solidFill>
                  <a:srgbClr val="242424"/>
                </a:solidFill>
                <a:latin typeface="Arial MT"/>
                <a:cs typeface="Arial MT"/>
              </a:rPr>
              <a:t>to</a:t>
            </a:r>
            <a:r>
              <a:rPr dirty="0" sz="2450" spc="2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2450" spc="-25">
                <a:solidFill>
                  <a:srgbClr val="232323"/>
                </a:solidFill>
                <a:latin typeface="Arial MT"/>
                <a:cs typeface="Arial MT"/>
              </a:rPr>
              <a:t>the </a:t>
            </a:r>
            <a:r>
              <a:rPr dirty="0" sz="2450" spc="-10">
                <a:solidFill>
                  <a:srgbClr val="212121"/>
                </a:solidFill>
                <a:latin typeface="Arial MT"/>
                <a:cs typeface="Arial MT"/>
              </a:rPr>
              <a:t>aroma.</a:t>
            </a:r>
            <a:endParaRPr sz="2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3233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pc="145">
                <a:solidFill>
                  <a:srgbClr val="DB4115"/>
                </a:solidFill>
              </a:rPr>
              <a:t>From</a:t>
            </a:r>
            <a:r>
              <a:rPr dirty="0" spc="380">
                <a:solidFill>
                  <a:srgbClr val="DB4115"/>
                </a:solidFill>
              </a:rPr>
              <a:t> </a:t>
            </a:r>
            <a:r>
              <a:rPr dirty="0" spc="310">
                <a:solidFill>
                  <a:srgbClr val="DD4216"/>
                </a:solidFill>
              </a:rPr>
              <a:t>Hunger</a:t>
            </a:r>
            <a:r>
              <a:rPr dirty="0" spc="490">
                <a:solidFill>
                  <a:srgbClr val="DD4216"/>
                </a:solidFill>
              </a:rPr>
              <a:t> </a:t>
            </a:r>
            <a:r>
              <a:rPr dirty="0" spc="235">
                <a:solidFill>
                  <a:srgbClr val="D34211"/>
                </a:solidFill>
              </a:rPr>
              <a:t>to</a:t>
            </a:r>
            <a:r>
              <a:rPr dirty="0" spc="440">
                <a:solidFill>
                  <a:srgbClr val="D34211"/>
                </a:solidFill>
              </a:rPr>
              <a:t> </a:t>
            </a:r>
            <a:r>
              <a:rPr dirty="0" spc="225">
                <a:solidFill>
                  <a:srgbClr val="DD4216"/>
                </a:solidFill>
              </a:rPr>
              <a:t>Hoppiness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081713" y="5988426"/>
            <a:ext cx="2924810" cy="198818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R="22225">
              <a:lnSpc>
                <a:spcPct val="100000"/>
              </a:lnSpc>
              <a:spcBef>
                <a:spcPts val="130"/>
              </a:spcBef>
            </a:pPr>
            <a:r>
              <a:rPr dirty="0" sz="4350" spc="50">
                <a:solidFill>
                  <a:srgbClr val="DF5400"/>
                </a:solidFill>
                <a:latin typeface="Arial MT"/>
                <a:cs typeface="Arial MT"/>
              </a:rPr>
              <a:t>Seorch</a:t>
            </a:r>
            <a:endParaRPr sz="4350">
              <a:latin typeface="Arial MT"/>
              <a:cs typeface="Arial MT"/>
            </a:endParaRPr>
          </a:p>
          <a:p>
            <a:pPr algn="ctr" marL="12065" marR="5080">
              <a:lnSpc>
                <a:spcPct val="154600"/>
              </a:lnSpc>
              <a:spcBef>
                <a:spcPts val="2039"/>
              </a:spcBef>
            </a:pPr>
            <a:r>
              <a:rPr dirty="0" sz="2200" spc="140">
                <a:solidFill>
                  <a:srgbClr val="1A1A1A"/>
                </a:solidFill>
                <a:latin typeface="Arial MT"/>
                <a:cs typeface="Arial MT"/>
              </a:rPr>
              <a:t>Input</a:t>
            </a:r>
            <a:r>
              <a:rPr dirty="0" sz="2200" spc="17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2200" spc="75">
                <a:solidFill>
                  <a:srgbClr val="1C1C1C"/>
                </a:solidFill>
                <a:latin typeface="Arial MT"/>
                <a:cs typeface="Arial MT"/>
              </a:rPr>
              <a:t>your</a:t>
            </a:r>
            <a:r>
              <a:rPr dirty="0" sz="2200" spc="25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2200" spc="125">
                <a:solidFill>
                  <a:srgbClr val="1F1F1F"/>
                </a:solidFill>
                <a:latin typeface="Arial MT"/>
                <a:cs typeface="Arial MT"/>
              </a:rPr>
              <a:t>craving</a:t>
            </a:r>
            <a:r>
              <a:rPr dirty="0" sz="2200" spc="27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2200" spc="-25">
                <a:solidFill>
                  <a:srgbClr val="212121"/>
                </a:solidFill>
                <a:latin typeface="Arial MT"/>
                <a:cs typeface="Arial MT"/>
              </a:rPr>
              <a:t>or </a:t>
            </a:r>
            <a:r>
              <a:rPr dirty="0" sz="2200" spc="90">
                <a:solidFill>
                  <a:srgbClr val="1D1D1D"/>
                </a:solidFill>
                <a:latin typeface="Arial MT"/>
                <a:cs typeface="Arial MT"/>
              </a:rPr>
              <a:t>browse</a:t>
            </a:r>
            <a:r>
              <a:rPr dirty="0" sz="2200" spc="229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2200" spc="80">
                <a:solidFill>
                  <a:srgbClr val="212121"/>
                </a:solidFill>
                <a:latin typeface="Arial MT"/>
                <a:cs typeface="Arial MT"/>
              </a:rPr>
              <a:t>neo</a:t>
            </a:r>
            <a:r>
              <a:rPr dirty="0" sz="2200" spc="-3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200" spc="35">
                <a:solidFill>
                  <a:srgbClr val="131313"/>
                </a:solidFill>
                <a:latin typeface="Arial MT"/>
                <a:cs typeface="Arial MT"/>
              </a:rPr>
              <a:t>rby.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775997" y="6004786"/>
            <a:ext cx="2218690" cy="1978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4250" spc="95">
                <a:solidFill>
                  <a:srgbClr val="FB4D01"/>
                </a:solidFill>
                <a:latin typeface="Arial MT"/>
                <a:cs typeface="Arial MT"/>
              </a:rPr>
              <a:t>Verify</a:t>
            </a:r>
            <a:endParaRPr sz="4250">
              <a:latin typeface="Arial MT"/>
              <a:cs typeface="Arial MT"/>
            </a:endParaRPr>
          </a:p>
          <a:p>
            <a:pPr algn="ctr" marL="12700" marR="5080">
              <a:lnSpc>
                <a:spcPct val="138800"/>
              </a:lnSpc>
              <a:spcBef>
                <a:spcPts val="2115"/>
              </a:spcBef>
            </a:pPr>
            <a:r>
              <a:rPr dirty="0" sz="2450" spc="-85">
                <a:solidFill>
                  <a:srgbClr val="1D1D1D"/>
                </a:solidFill>
                <a:latin typeface="Trebuchet MS"/>
                <a:cs typeface="Trebuchet MS"/>
              </a:rPr>
              <a:t>Checlc</a:t>
            </a:r>
            <a:r>
              <a:rPr dirty="0" sz="2450" spc="-55">
                <a:solidFill>
                  <a:srgbClr val="1D1D1D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1A1A1A"/>
                </a:solidFill>
                <a:latin typeface="Trebuchet MS"/>
                <a:cs typeface="Trebuchet MS"/>
              </a:rPr>
              <a:t>ratings</a:t>
            </a:r>
            <a:r>
              <a:rPr dirty="0" sz="2450" spc="4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450" spc="-330">
                <a:solidFill>
                  <a:srgbClr val="161616"/>
                </a:solidFill>
                <a:latin typeface="Trebuchet MS"/>
                <a:cs typeface="Trebuchet MS"/>
              </a:rPr>
              <a:t>&amp; </a:t>
            </a:r>
            <a:r>
              <a:rPr dirty="0" sz="2450">
                <a:solidFill>
                  <a:srgbClr val="262626"/>
                </a:solidFill>
                <a:latin typeface="Trebuchet MS"/>
                <a:cs typeface="Trebuchet MS"/>
              </a:rPr>
              <a:t>hygiene</a:t>
            </a:r>
            <a:r>
              <a:rPr dirty="0" sz="2450" spc="95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2450" spc="-10">
                <a:solidFill>
                  <a:srgbClr val="131313"/>
                </a:solidFill>
                <a:latin typeface="Trebuchet MS"/>
                <a:cs typeface="Trebuchet MS"/>
              </a:rPr>
              <a:t>score.</a:t>
            </a:r>
            <a:endParaRPr sz="24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206589" y="6004786"/>
            <a:ext cx="2035175" cy="1978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8890">
              <a:lnSpc>
                <a:spcPct val="100000"/>
              </a:lnSpc>
              <a:spcBef>
                <a:spcPts val="100"/>
              </a:spcBef>
            </a:pPr>
            <a:r>
              <a:rPr dirty="0" sz="4250" spc="215">
                <a:solidFill>
                  <a:srgbClr val="F24F00"/>
                </a:solidFill>
                <a:latin typeface="Arial MT"/>
                <a:cs typeface="Arial MT"/>
              </a:rPr>
              <a:t>Locote</a:t>
            </a:r>
            <a:endParaRPr sz="4250">
              <a:latin typeface="Arial MT"/>
              <a:cs typeface="Arial MT"/>
            </a:endParaRPr>
          </a:p>
          <a:p>
            <a:pPr algn="ctr" marL="12700" marR="5080">
              <a:lnSpc>
                <a:spcPct val="138800"/>
              </a:lnSpc>
              <a:spcBef>
                <a:spcPts val="2115"/>
              </a:spcBef>
            </a:pPr>
            <a:r>
              <a:rPr dirty="0" sz="2450">
                <a:solidFill>
                  <a:srgbClr val="131313"/>
                </a:solidFill>
                <a:latin typeface="Arial MT"/>
                <a:cs typeface="Arial MT"/>
              </a:rPr>
              <a:t>follow</a:t>
            </a:r>
            <a:r>
              <a:rPr dirty="0" sz="2450" spc="10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1F1F1F"/>
                </a:solidFill>
                <a:latin typeface="Arial MT"/>
                <a:cs typeface="Arial MT"/>
              </a:rPr>
              <a:t>live</a:t>
            </a:r>
            <a:r>
              <a:rPr dirty="0" sz="2450" spc="10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2450" spc="-375">
                <a:solidFill>
                  <a:srgbClr val="1F1F1F"/>
                </a:solidFill>
                <a:latin typeface="Arial MT"/>
                <a:cs typeface="Arial MT"/>
              </a:rPr>
              <a:t>GPS </a:t>
            </a:r>
            <a:r>
              <a:rPr dirty="0" sz="2450" spc="-10">
                <a:solidFill>
                  <a:srgbClr val="212121"/>
                </a:solidFill>
                <a:latin typeface="Arial MT"/>
                <a:cs typeface="Arial MT"/>
              </a:rPr>
              <a:t>directions.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5034221" y="6021147"/>
            <a:ext cx="3035935" cy="1958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 marL="6350">
              <a:lnSpc>
                <a:spcPct val="100000"/>
              </a:lnSpc>
              <a:spcBef>
                <a:spcPts val="120"/>
              </a:spcBef>
            </a:pPr>
            <a:r>
              <a:rPr dirty="0" sz="4100" spc="110">
                <a:solidFill>
                  <a:srgbClr val="F65900"/>
                </a:solidFill>
                <a:latin typeface="Arial MT"/>
                <a:cs typeface="Arial MT"/>
              </a:rPr>
              <a:t>Enjoy</a:t>
            </a:r>
            <a:endParaRPr sz="4100">
              <a:latin typeface="Arial MT"/>
              <a:cs typeface="Arial MT"/>
            </a:endParaRPr>
          </a:p>
          <a:p>
            <a:pPr algn="ctr" marL="12700" marR="5080">
              <a:lnSpc>
                <a:spcPct val="147900"/>
              </a:lnSpc>
              <a:spcBef>
                <a:spcPts val="2115"/>
              </a:spcBef>
            </a:pPr>
            <a:r>
              <a:rPr dirty="0" sz="2300">
                <a:solidFill>
                  <a:srgbClr val="1D1D1D"/>
                </a:solidFill>
                <a:latin typeface="Arial MT"/>
                <a:cs typeface="Arial MT"/>
              </a:rPr>
              <a:t>Eat,</a:t>
            </a:r>
            <a:r>
              <a:rPr dirty="0" sz="2300" spc="-1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2300" spc="120">
                <a:solidFill>
                  <a:srgbClr val="1F1F1F"/>
                </a:solidFill>
                <a:latin typeface="Arial MT"/>
                <a:cs typeface="Arial MT"/>
              </a:rPr>
              <a:t>pay</a:t>
            </a:r>
            <a:r>
              <a:rPr dirty="0" sz="2300" spc="7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2300" spc="95">
                <a:solidFill>
                  <a:srgbClr val="1C1C1C"/>
                </a:solidFill>
                <a:latin typeface="Arial MT"/>
                <a:cs typeface="Arial MT"/>
              </a:rPr>
              <a:t>digitally,</a:t>
            </a:r>
            <a:r>
              <a:rPr dirty="0" sz="2300" spc="4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2300" spc="85">
                <a:solidFill>
                  <a:srgbClr val="262626"/>
                </a:solidFill>
                <a:latin typeface="Arial MT"/>
                <a:cs typeface="Arial MT"/>
              </a:rPr>
              <a:t>a</a:t>
            </a:r>
            <a:r>
              <a:rPr dirty="0" sz="2300" spc="85">
                <a:solidFill>
                  <a:srgbClr val="1C1C1C"/>
                </a:solidFill>
                <a:latin typeface="Arial MT"/>
                <a:cs typeface="Arial MT"/>
              </a:rPr>
              <a:t>nd </a:t>
            </a:r>
            <a:r>
              <a:rPr dirty="0" sz="2300" spc="-10">
                <a:solidFill>
                  <a:srgbClr val="1C1C1C"/>
                </a:solidFill>
                <a:latin typeface="Arial MT"/>
                <a:cs typeface="Arial MT"/>
              </a:rPr>
              <a:t>review.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44708" y="3957994"/>
            <a:ext cx="8874075" cy="485325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3233" rIns="0" bIns="0" rtlCol="0" vert="horz">
            <a:spAutoFit/>
          </a:bodyPr>
          <a:lstStyle/>
          <a:p>
            <a:pPr marL="27305">
              <a:lnSpc>
                <a:spcPct val="100000"/>
              </a:lnSpc>
              <a:spcBef>
                <a:spcPts val="90"/>
              </a:spcBef>
            </a:pPr>
            <a:r>
              <a:rPr dirty="0" spc="320">
                <a:solidFill>
                  <a:srgbClr val="D44213"/>
                </a:solidFill>
              </a:rPr>
              <a:t>Join</a:t>
            </a:r>
            <a:r>
              <a:rPr dirty="0" spc="190">
                <a:solidFill>
                  <a:srgbClr val="D44213"/>
                </a:solidFill>
              </a:rPr>
              <a:t> </a:t>
            </a:r>
            <a:r>
              <a:rPr dirty="0" spc="325">
                <a:solidFill>
                  <a:srgbClr val="E13F11"/>
                </a:solidFill>
              </a:rPr>
              <a:t>the</a:t>
            </a:r>
            <a:r>
              <a:rPr dirty="0" spc="20">
                <a:solidFill>
                  <a:srgbClr val="E13F11"/>
                </a:solidFill>
              </a:rPr>
              <a:t> </a:t>
            </a:r>
            <a:r>
              <a:rPr dirty="0" spc="100">
                <a:solidFill>
                  <a:srgbClr val="E23D0E"/>
                </a:solidFill>
              </a:rPr>
              <a:t>Tribe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20"/>
              </a:spcBef>
            </a:pPr>
            <a:r>
              <a:rPr dirty="0" spc="270"/>
              <a:t>Sociol</a:t>
            </a:r>
            <a:r>
              <a:rPr dirty="0" spc="120"/>
              <a:t> </a:t>
            </a:r>
            <a:r>
              <a:rPr dirty="0" spc="275">
                <a:solidFill>
                  <a:srgbClr val="EF4D03"/>
                </a:solidFill>
              </a:rPr>
              <a:t>Eoting</a:t>
            </a:r>
          </a:p>
          <a:p>
            <a:pPr marL="13970" marR="5080" indent="5080">
              <a:lnSpc>
                <a:spcPct val="147900"/>
              </a:lnSpc>
              <a:spcBef>
                <a:spcPts val="2115"/>
              </a:spcBef>
            </a:pPr>
            <a:r>
              <a:rPr dirty="0" sz="2300">
                <a:solidFill>
                  <a:srgbClr val="1C1C1C"/>
                </a:solidFill>
              </a:rPr>
              <a:t>Street</a:t>
            </a:r>
            <a:r>
              <a:rPr dirty="0" sz="2300" spc="204">
                <a:solidFill>
                  <a:srgbClr val="1C1C1C"/>
                </a:solidFill>
              </a:rPr>
              <a:t> </a:t>
            </a:r>
            <a:r>
              <a:rPr dirty="0" sz="2300" spc="95">
                <a:solidFill>
                  <a:srgbClr val="1F1F1F"/>
                </a:solidFill>
              </a:rPr>
              <a:t>food</a:t>
            </a:r>
            <a:r>
              <a:rPr dirty="0" sz="2300" spc="180">
                <a:solidFill>
                  <a:srgbClr val="1F1F1F"/>
                </a:solidFill>
              </a:rPr>
              <a:t> </a:t>
            </a:r>
            <a:r>
              <a:rPr dirty="0" sz="2300">
                <a:solidFill>
                  <a:srgbClr val="262626"/>
                </a:solidFill>
              </a:rPr>
              <a:t>is</a:t>
            </a:r>
            <a:r>
              <a:rPr dirty="0" sz="2300" spc="110">
                <a:solidFill>
                  <a:srgbClr val="262626"/>
                </a:solidFill>
              </a:rPr>
              <a:t> </a:t>
            </a:r>
            <a:r>
              <a:rPr dirty="0" sz="2300" spc="114">
                <a:solidFill>
                  <a:srgbClr val="1D1D1D"/>
                </a:solidFill>
              </a:rPr>
              <a:t>better</a:t>
            </a:r>
            <a:r>
              <a:rPr dirty="0" sz="2300" spc="200">
                <a:solidFill>
                  <a:srgbClr val="1D1D1D"/>
                </a:solidFill>
              </a:rPr>
              <a:t> </a:t>
            </a:r>
            <a:r>
              <a:rPr dirty="0" sz="2300" spc="75">
                <a:solidFill>
                  <a:srgbClr val="1C1C1C"/>
                </a:solidFill>
              </a:rPr>
              <a:t>together.</a:t>
            </a:r>
            <a:r>
              <a:rPr dirty="0" sz="2300" spc="95">
                <a:solidFill>
                  <a:srgbClr val="1C1C1C"/>
                </a:solidFill>
              </a:rPr>
              <a:t> Create</a:t>
            </a:r>
            <a:r>
              <a:rPr dirty="0" sz="2300" spc="175">
                <a:solidFill>
                  <a:srgbClr val="1C1C1C"/>
                </a:solidFill>
              </a:rPr>
              <a:t> </a:t>
            </a:r>
            <a:r>
              <a:rPr dirty="0" sz="2300">
                <a:solidFill>
                  <a:srgbClr val="1D1D1D"/>
                </a:solidFill>
              </a:rPr>
              <a:t>lists</a:t>
            </a:r>
            <a:r>
              <a:rPr dirty="0" sz="2300" spc="130">
                <a:solidFill>
                  <a:srgbClr val="1D1D1D"/>
                </a:solidFill>
              </a:rPr>
              <a:t> </a:t>
            </a:r>
            <a:r>
              <a:rPr dirty="0" sz="2300" spc="100">
                <a:solidFill>
                  <a:srgbClr val="1F1F1F"/>
                </a:solidFill>
              </a:rPr>
              <a:t>of</a:t>
            </a:r>
            <a:r>
              <a:rPr dirty="0" sz="2300" spc="70">
                <a:solidFill>
                  <a:srgbClr val="1F1F1F"/>
                </a:solidFill>
              </a:rPr>
              <a:t> </a:t>
            </a:r>
            <a:r>
              <a:rPr dirty="0" sz="2300">
                <a:solidFill>
                  <a:srgbClr val="1C1C1C"/>
                </a:solidFill>
              </a:rPr>
              <a:t>your</a:t>
            </a:r>
            <a:r>
              <a:rPr dirty="0" sz="2300" spc="235">
                <a:solidFill>
                  <a:srgbClr val="1C1C1C"/>
                </a:solidFill>
              </a:rPr>
              <a:t> </a:t>
            </a:r>
            <a:r>
              <a:rPr dirty="0" sz="2300" spc="105">
                <a:solidFill>
                  <a:srgbClr val="1C1C1C"/>
                </a:solidFill>
              </a:rPr>
              <a:t>favorite</a:t>
            </a:r>
            <a:r>
              <a:rPr dirty="0" sz="2300" spc="225">
                <a:solidFill>
                  <a:srgbClr val="1C1C1C"/>
                </a:solidFill>
              </a:rPr>
              <a:t> </a:t>
            </a:r>
            <a:r>
              <a:rPr dirty="0" sz="2300" spc="-10">
                <a:solidFill>
                  <a:srgbClr val="1F1F1F"/>
                </a:solidFill>
              </a:rPr>
              <a:t>spots </a:t>
            </a:r>
            <a:r>
              <a:rPr dirty="0" sz="2300" spc="114">
                <a:solidFill>
                  <a:srgbClr val="282828"/>
                </a:solidFill>
              </a:rPr>
              <a:t>a</a:t>
            </a:r>
            <a:r>
              <a:rPr dirty="0" sz="2300" spc="114">
                <a:solidFill>
                  <a:srgbClr val="232323"/>
                </a:solidFill>
              </a:rPr>
              <a:t>nd</a:t>
            </a:r>
            <a:r>
              <a:rPr dirty="0" sz="2300" spc="165">
                <a:solidFill>
                  <a:srgbClr val="232323"/>
                </a:solidFill>
              </a:rPr>
              <a:t> </a:t>
            </a:r>
            <a:r>
              <a:rPr dirty="0" sz="2300" spc="-65">
                <a:solidFill>
                  <a:srgbClr val="262626"/>
                </a:solidFill>
              </a:rPr>
              <a:t>sha</a:t>
            </a:r>
            <a:r>
              <a:rPr dirty="0" sz="2300" spc="-365">
                <a:solidFill>
                  <a:srgbClr val="262626"/>
                </a:solidFill>
              </a:rPr>
              <a:t> </a:t>
            </a:r>
            <a:r>
              <a:rPr dirty="0" sz="2300">
                <a:solidFill>
                  <a:srgbClr val="242424"/>
                </a:solidFill>
              </a:rPr>
              <a:t>re</a:t>
            </a:r>
            <a:r>
              <a:rPr dirty="0" sz="2300" spc="70">
                <a:solidFill>
                  <a:srgbClr val="242424"/>
                </a:solidFill>
              </a:rPr>
              <a:t> </a:t>
            </a:r>
            <a:r>
              <a:rPr dirty="0" sz="2300" spc="125">
                <a:solidFill>
                  <a:srgbClr val="1D1D1D"/>
                </a:solidFill>
              </a:rPr>
              <a:t>them</a:t>
            </a:r>
            <a:r>
              <a:rPr dirty="0" sz="2300" spc="110">
                <a:solidFill>
                  <a:srgbClr val="1D1D1D"/>
                </a:solidFill>
              </a:rPr>
              <a:t> </a:t>
            </a:r>
            <a:r>
              <a:rPr dirty="0" sz="2300" spc="114">
                <a:solidFill>
                  <a:srgbClr val="1F1F1F"/>
                </a:solidFill>
              </a:rPr>
              <a:t>with</a:t>
            </a:r>
            <a:r>
              <a:rPr dirty="0" sz="2300" spc="75">
                <a:solidFill>
                  <a:srgbClr val="1F1F1F"/>
                </a:solidFill>
              </a:rPr>
              <a:t> </a:t>
            </a:r>
            <a:r>
              <a:rPr dirty="0" sz="2300" spc="-10">
                <a:solidFill>
                  <a:srgbClr val="1C1C1C"/>
                </a:solidFill>
              </a:rPr>
              <a:t>friends.</a:t>
            </a:r>
            <a:endParaRPr sz="2300"/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300"/>
          </a:p>
          <a:p>
            <a:pPr marL="12700" marR="483870" indent="2540">
              <a:lnSpc>
                <a:spcPct val="138800"/>
              </a:lnSpc>
            </a:pPr>
            <a:r>
              <a:rPr dirty="0" sz="2450" spc="-320">
                <a:solidFill>
                  <a:srgbClr val="1C1C1C"/>
                </a:solidFill>
              </a:rPr>
              <a:t>Eo</a:t>
            </a:r>
            <a:r>
              <a:rPr dirty="0" sz="2450" spc="-385">
                <a:solidFill>
                  <a:srgbClr val="1C1C1C"/>
                </a:solidFill>
              </a:rPr>
              <a:t> </a:t>
            </a:r>
            <a:r>
              <a:rPr dirty="0" sz="2450">
                <a:solidFill>
                  <a:srgbClr val="242424"/>
                </a:solidFill>
              </a:rPr>
              <a:t>rn</a:t>
            </a:r>
            <a:r>
              <a:rPr dirty="0" sz="2450" spc="-145">
                <a:solidFill>
                  <a:srgbClr val="242424"/>
                </a:solidFill>
              </a:rPr>
              <a:t> </a:t>
            </a:r>
            <a:r>
              <a:rPr dirty="0" sz="2450" spc="-120">
                <a:solidFill>
                  <a:srgbClr val="1C1C1C"/>
                </a:solidFill>
              </a:rPr>
              <a:t>"Moodie</a:t>
            </a:r>
            <a:r>
              <a:rPr dirty="0" sz="2450" spc="160">
                <a:solidFill>
                  <a:srgbClr val="1C1C1C"/>
                </a:solidFill>
              </a:rPr>
              <a:t> </a:t>
            </a:r>
            <a:r>
              <a:rPr dirty="0" sz="2450" spc="-70">
                <a:solidFill>
                  <a:srgbClr val="1F1F1F"/>
                </a:solidFill>
              </a:rPr>
              <a:t>Points"</a:t>
            </a:r>
            <a:r>
              <a:rPr dirty="0" sz="2450" spc="105">
                <a:solidFill>
                  <a:srgbClr val="1F1F1F"/>
                </a:solidFill>
              </a:rPr>
              <a:t> </a:t>
            </a:r>
            <a:r>
              <a:rPr dirty="0" sz="2450">
                <a:solidFill>
                  <a:srgbClr val="1F1F1F"/>
                </a:solidFill>
              </a:rPr>
              <a:t>for</a:t>
            </a:r>
            <a:r>
              <a:rPr dirty="0" sz="2450" spc="50">
                <a:solidFill>
                  <a:srgbClr val="1F1F1F"/>
                </a:solidFill>
              </a:rPr>
              <a:t> </a:t>
            </a:r>
            <a:r>
              <a:rPr dirty="0" sz="2450">
                <a:solidFill>
                  <a:srgbClr val="1A1A1A"/>
                </a:solidFill>
              </a:rPr>
              <a:t>every</a:t>
            </a:r>
            <a:r>
              <a:rPr dirty="0" sz="2450" spc="55">
                <a:solidFill>
                  <a:srgbClr val="1A1A1A"/>
                </a:solidFill>
              </a:rPr>
              <a:t> </a:t>
            </a:r>
            <a:r>
              <a:rPr dirty="0" sz="2450">
                <a:solidFill>
                  <a:srgbClr val="1D1D1D"/>
                </a:solidFill>
              </a:rPr>
              <a:t>review</a:t>
            </a:r>
            <a:r>
              <a:rPr dirty="0" sz="2450" spc="40">
                <a:solidFill>
                  <a:srgbClr val="1D1D1D"/>
                </a:solidFill>
              </a:rPr>
              <a:t> </a:t>
            </a:r>
            <a:r>
              <a:rPr dirty="0" sz="2450">
                <a:solidFill>
                  <a:srgbClr val="232323"/>
                </a:solidFill>
              </a:rPr>
              <a:t>a</a:t>
            </a:r>
            <a:r>
              <a:rPr dirty="0" sz="2450">
                <a:solidFill>
                  <a:srgbClr val="1F1F1F"/>
                </a:solidFill>
              </a:rPr>
              <a:t>nd</a:t>
            </a:r>
            <a:r>
              <a:rPr dirty="0" sz="2450" spc="25">
                <a:solidFill>
                  <a:srgbClr val="1F1F1F"/>
                </a:solidFill>
              </a:rPr>
              <a:t> </a:t>
            </a:r>
            <a:r>
              <a:rPr dirty="0" sz="2450">
                <a:solidFill>
                  <a:srgbClr val="1C1C1C"/>
                </a:solidFill>
              </a:rPr>
              <a:t>photo</a:t>
            </a:r>
            <a:r>
              <a:rPr dirty="0" sz="2450" spc="-5">
                <a:solidFill>
                  <a:srgbClr val="1C1C1C"/>
                </a:solidFill>
              </a:rPr>
              <a:t> </a:t>
            </a:r>
            <a:r>
              <a:rPr dirty="0" sz="2450">
                <a:solidFill>
                  <a:srgbClr val="1C1C1C"/>
                </a:solidFill>
              </a:rPr>
              <a:t>you</a:t>
            </a:r>
            <a:r>
              <a:rPr dirty="0" sz="2450" spc="15">
                <a:solidFill>
                  <a:srgbClr val="1C1C1C"/>
                </a:solidFill>
              </a:rPr>
              <a:t> </a:t>
            </a:r>
            <a:r>
              <a:rPr dirty="0" sz="2450" spc="-10">
                <a:solidFill>
                  <a:srgbClr val="1C1C1C"/>
                </a:solidFill>
              </a:rPr>
              <a:t>upload, </a:t>
            </a:r>
            <a:r>
              <a:rPr dirty="0" sz="2450">
                <a:solidFill>
                  <a:srgbClr val="212121"/>
                </a:solidFill>
              </a:rPr>
              <a:t>unlocking</a:t>
            </a:r>
            <a:r>
              <a:rPr dirty="0" sz="2450" spc="150">
                <a:solidFill>
                  <a:srgbClr val="212121"/>
                </a:solidFill>
              </a:rPr>
              <a:t> </a:t>
            </a:r>
            <a:r>
              <a:rPr dirty="0" sz="2450" spc="-20">
                <a:solidFill>
                  <a:srgbClr val="1F1F1F"/>
                </a:solidFill>
              </a:rPr>
              <a:t>discounts</a:t>
            </a:r>
            <a:r>
              <a:rPr dirty="0" sz="2450" spc="90">
                <a:solidFill>
                  <a:srgbClr val="1F1F1F"/>
                </a:solidFill>
              </a:rPr>
              <a:t> </a:t>
            </a:r>
            <a:r>
              <a:rPr dirty="0" sz="2450" spc="95">
                <a:solidFill>
                  <a:srgbClr val="262626"/>
                </a:solidFill>
              </a:rPr>
              <a:t>at</a:t>
            </a:r>
            <a:r>
              <a:rPr dirty="0" sz="2450" spc="-30">
                <a:solidFill>
                  <a:srgbClr val="262626"/>
                </a:solidFill>
              </a:rPr>
              <a:t> </a:t>
            </a:r>
            <a:r>
              <a:rPr dirty="0" sz="2450" spc="-10">
                <a:solidFill>
                  <a:srgbClr val="232323"/>
                </a:solidFill>
              </a:rPr>
              <a:t>pa</a:t>
            </a:r>
            <a:r>
              <a:rPr dirty="0" sz="2450" spc="-459">
                <a:solidFill>
                  <a:srgbClr val="232323"/>
                </a:solidFill>
              </a:rPr>
              <a:t> </a:t>
            </a:r>
            <a:r>
              <a:rPr dirty="0" sz="2450">
                <a:solidFill>
                  <a:srgbClr val="1D1D1D"/>
                </a:solidFill>
              </a:rPr>
              <a:t>rtner</a:t>
            </a:r>
            <a:r>
              <a:rPr dirty="0" sz="2450" spc="114">
                <a:solidFill>
                  <a:srgbClr val="1D1D1D"/>
                </a:solidFill>
              </a:rPr>
              <a:t> </a:t>
            </a:r>
            <a:r>
              <a:rPr dirty="0" sz="2450" spc="-10">
                <a:solidFill>
                  <a:srgbClr val="181818"/>
                </a:solidFill>
              </a:rPr>
              <a:t>stalls.</a:t>
            </a:r>
            <a:endParaRPr sz="24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60597" y="3329741"/>
            <a:ext cx="11182905" cy="411505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27305">
              <a:lnSpc>
                <a:spcPct val="100000"/>
              </a:lnSpc>
              <a:spcBef>
                <a:spcPts val="125"/>
              </a:spcBef>
            </a:pPr>
            <a:r>
              <a:rPr dirty="0" sz="6800" spc="-685">
                <a:solidFill>
                  <a:srgbClr val="E64116"/>
                </a:solidFill>
              </a:rPr>
              <a:t>A</a:t>
            </a:r>
            <a:r>
              <a:rPr dirty="0" sz="6800" spc="50">
                <a:solidFill>
                  <a:srgbClr val="E64116"/>
                </a:solidFill>
              </a:rPr>
              <a:t> </a:t>
            </a:r>
            <a:r>
              <a:rPr dirty="0" sz="6800" spc="-40">
                <a:solidFill>
                  <a:srgbClr val="D63F0A"/>
                </a:solidFill>
              </a:rPr>
              <a:t>Growing</a:t>
            </a:r>
            <a:r>
              <a:rPr dirty="0" sz="6800" spc="-415">
                <a:solidFill>
                  <a:srgbClr val="D63F0A"/>
                </a:solidFill>
              </a:rPr>
              <a:t> </a:t>
            </a:r>
            <a:r>
              <a:rPr dirty="0" sz="6800" spc="-35">
                <a:solidFill>
                  <a:srgbClr val="D84213"/>
                </a:solidFill>
              </a:rPr>
              <a:t>Feost</a:t>
            </a:r>
            <a:endParaRPr sz="6800"/>
          </a:p>
        </p:txBody>
      </p:sp>
      <p:sp>
        <p:nvSpPr>
          <p:cNvPr id="4" name="object 4" descr=""/>
          <p:cNvSpPr txBox="1"/>
          <p:nvPr/>
        </p:nvSpPr>
        <p:spPr>
          <a:xfrm>
            <a:off x="3731828" y="3174375"/>
            <a:ext cx="51625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Times New Roman"/>
                <a:cs typeface="Times New Roman"/>
              </a:rPr>
              <a:t>300B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732852" y="5513964"/>
            <a:ext cx="50800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-40">
                <a:latin typeface="Trebuchet MS"/>
                <a:cs typeface="Trebuchet MS"/>
              </a:rPr>
              <a:t>1S0B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301267" y="8341103"/>
            <a:ext cx="50673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-20">
                <a:latin typeface="Times New Roman"/>
                <a:cs typeface="Times New Roman"/>
              </a:rPr>
              <a:t>2020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035171" y="3480212"/>
            <a:ext cx="2686050" cy="1254760"/>
          </a:xfrm>
          <a:prstGeom prst="rect">
            <a:avLst/>
          </a:prstGeom>
        </p:spPr>
        <p:txBody>
          <a:bodyPr wrap="square" lIns="0" tIns="263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75"/>
              </a:spcBef>
            </a:pPr>
            <a:r>
              <a:rPr dirty="0" sz="3600" spc="-105">
                <a:solidFill>
                  <a:srgbClr val="181818"/>
                </a:solidFill>
                <a:latin typeface="Times New Roman"/>
                <a:cs typeface="Times New Roman"/>
              </a:rPr>
              <a:t>8.5%</a:t>
            </a:r>
            <a:r>
              <a:rPr dirty="0" sz="3600" spc="-1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dirty="0" sz="3600" spc="-430">
                <a:solidFill>
                  <a:srgbClr val="1A1A1A"/>
                </a:solidFill>
                <a:latin typeface="Times New Roman"/>
                <a:cs typeface="Times New Roman"/>
              </a:rPr>
              <a:t>CAGR</a:t>
            </a:r>
            <a:r>
              <a:rPr dirty="0" sz="3600" spc="204">
                <a:solidFill>
                  <a:srgbClr val="1A1A1A"/>
                </a:solidFill>
                <a:latin typeface="Times New Roman"/>
                <a:cs typeface="Times New Roman"/>
              </a:rPr>
              <a:t> </a:t>
            </a:r>
            <a:r>
              <a:rPr dirty="0" sz="3600" spc="-90">
                <a:solidFill>
                  <a:srgbClr val="1C1C1C"/>
                </a:solidFill>
                <a:latin typeface="Times New Roman"/>
                <a:cs typeface="Times New Roman"/>
              </a:rPr>
              <a:t>Gr</a:t>
            </a:r>
            <a:endParaRPr sz="3600">
              <a:latin typeface="Times New Roman"/>
              <a:cs typeface="Times New Roman"/>
            </a:endParaRPr>
          </a:p>
          <a:p>
            <a:pPr marL="17145">
              <a:lnSpc>
                <a:spcPct val="100000"/>
              </a:lnSpc>
              <a:spcBef>
                <a:spcPts val="1095"/>
              </a:spcBef>
            </a:pPr>
            <a:r>
              <a:rPr dirty="0" sz="1900" spc="125">
                <a:solidFill>
                  <a:srgbClr val="484848"/>
                </a:solidFill>
                <a:latin typeface="Times New Roman"/>
                <a:cs typeface="Times New Roman"/>
              </a:rPr>
              <a:t>Street</a:t>
            </a:r>
            <a:r>
              <a:rPr dirty="0" sz="1900" spc="365">
                <a:solidFill>
                  <a:srgbClr val="484848"/>
                </a:solidFill>
                <a:latin typeface="Times New Roman"/>
                <a:cs typeface="Times New Roman"/>
              </a:rPr>
              <a:t> </a:t>
            </a:r>
            <a:r>
              <a:rPr dirty="0" sz="1900" spc="110">
                <a:solidFill>
                  <a:srgbClr val="424242"/>
                </a:solidFill>
                <a:latin typeface="Times New Roman"/>
                <a:cs typeface="Times New Roman"/>
              </a:rPr>
              <a:t>food</a:t>
            </a:r>
            <a:r>
              <a:rPr dirty="0" sz="1900" spc="434">
                <a:solidFill>
                  <a:srgbClr val="424242"/>
                </a:solidFill>
                <a:latin typeface="Times New Roman"/>
                <a:cs typeface="Times New Roman"/>
              </a:rPr>
              <a:t> </a:t>
            </a:r>
            <a:r>
              <a:rPr dirty="0" sz="1900" spc="-425">
                <a:solidFill>
                  <a:srgbClr val="70664F"/>
                </a:solidFill>
                <a:latin typeface="Times New Roman"/>
                <a:cs typeface="Times New Roman"/>
              </a:rPr>
              <a:t>M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5295700" y="8341103"/>
            <a:ext cx="51625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-20">
                <a:latin typeface="Times New Roman"/>
                <a:cs typeface="Times New Roman"/>
              </a:rPr>
              <a:t>202ò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194240" y="9344999"/>
            <a:ext cx="17712055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>
                <a:solidFill>
                  <a:srgbClr val="232323"/>
                </a:solidFill>
                <a:latin typeface="Trebuchet MS"/>
                <a:cs typeface="Trebuchet MS"/>
              </a:rPr>
              <a:t>The</a:t>
            </a:r>
            <a:r>
              <a:rPr dirty="0" sz="2200" spc="17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200" spc="155">
                <a:solidFill>
                  <a:srgbClr val="181818"/>
                </a:solidFill>
                <a:latin typeface="Trebuchet MS"/>
                <a:cs typeface="Trebuchet MS"/>
              </a:rPr>
              <a:t>globa</a:t>
            </a:r>
            <a:r>
              <a:rPr dirty="0" sz="2200" spc="-405">
                <a:solidFill>
                  <a:srgbClr val="181818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232323"/>
                </a:solidFill>
                <a:latin typeface="Trebuchet MS"/>
                <a:cs typeface="Trebuchet MS"/>
              </a:rPr>
              <a:t>I</a:t>
            </a:r>
            <a:r>
              <a:rPr dirty="0" sz="2200" spc="17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1C1C1C"/>
                </a:solidFill>
                <a:latin typeface="Trebuchet MS"/>
                <a:cs typeface="Trebuchet MS"/>
              </a:rPr>
              <a:t>street</a:t>
            </a:r>
            <a:r>
              <a:rPr dirty="0" sz="2200" spc="90">
                <a:solidFill>
                  <a:srgbClr val="1C1C1C"/>
                </a:solidFill>
                <a:latin typeface="Trebuchet MS"/>
                <a:cs typeface="Trebuchet MS"/>
              </a:rPr>
              <a:t> </a:t>
            </a:r>
            <a:r>
              <a:rPr dirty="0" sz="2200" spc="114">
                <a:solidFill>
                  <a:srgbClr val="232323"/>
                </a:solidFill>
                <a:latin typeface="Trebuchet MS"/>
                <a:cs typeface="Trebuchet MS"/>
              </a:rPr>
              <a:t>food</a:t>
            </a:r>
            <a:r>
              <a:rPr dirty="0" sz="2200" spc="22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200" spc="160">
                <a:solidFill>
                  <a:srgbClr val="242424"/>
                </a:solidFill>
                <a:latin typeface="Trebuchet MS"/>
                <a:cs typeface="Trebuchet MS"/>
              </a:rPr>
              <a:t>ma</a:t>
            </a:r>
            <a:r>
              <a:rPr dirty="0" sz="2200" spc="-405">
                <a:solidFill>
                  <a:srgbClr val="242424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1C1C1C"/>
                </a:solidFill>
                <a:latin typeface="Trebuchet MS"/>
                <a:cs typeface="Trebuchet MS"/>
              </a:rPr>
              <a:t>rket</a:t>
            </a:r>
            <a:r>
              <a:rPr dirty="0" sz="2200" spc="185">
                <a:solidFill>
                  <a:srgbClr val="1C1C1C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212121"/>
                </a:solidFill>
                <a:latin typeface="Trebuchet MS"/>
                <a:cs typeface="Trebuchet MS"/>
              </a:rPr>
              <a:t>is</a:t>
            </a:r>
            <a:r>
              <a:rPr dirty="0" sz="2200" spc="13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200" spc="70">
                <a:solidFill>
                  <a:srgbClr val="161616"/>
                </a:solidFill>
                <a:latin typeface="Trebuchet MS"/>
                <a:cs typeface="Trebuchet MS"/>
              </a:rPr>
              <a:t>projected</a:t>
            </a:r>
            <a:r>
              <a:rPr dirty="0" sz="2200" spc="195">
                <a:solidFill>
                  <a:srgbClr val="161616"/>
                </a:solidFill>
                <a:latin typeface="Trebuchet MS"/>
                <a:cs typeface="Trebuchet MS"/>
              </a:rPr>
              <a:t> </a:t>
            </a:r>
            <a:r>
              <a:rPr dirty="0" sz="2200" spc="75">
                <a:solidFill>
                  <a:srgbClr val="262626"/>
                </a:solidFill>
                <a:latin typeface="Trebuchet MS"/>
                <a:cs typeface="Trebuchet MS"/>
              </a:rPr>
              <a:t>to</a:t>
            </a:r>
            <a:r>
              <a:rPr dirty="0" sz="2200" spc="40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2200" spc="135">
                <a:solidFill>
                  <a:srgbClr val="181818"/>
                </a:solidFill>
                <a:latin typeface="Trebuchet MS"/>
                <a:cs typeface="Trebuchet MS"/>
              </a:rPr>
              <a:t>reach</a:t>
            </a:r>
            <a:r>
              <a:rPr dirty="0" sz="2200" spc="95">
                <a:solidFill>
                  <a:srgbClr val="181818"/>
                </a:solidFill>
                <a:latin typeface="Trebuchet MS"/>
                <a:cs typeface="Trebuchet MS"/>
              </a:rPr>
              <a:t> </a:t>
            </a:r>
            <a:r>
              <a:rPr dirty="0" sz="2200" spc="75">
                <a:solidFill>
                  <a:srgbClr val="212121"/>
                </a:solidFill>
                <a:latin typeface="Trebuchet MS"/>
                <a:cs typeface="Trebuchet MS"/>
              </a:rPr>
              <a:t>colosso</a:t>
            </a:r>
            <a:r>
              <a:rPr dirty="0" sz="2200" spc="-32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212121"/>
                </a:solidFill>
                <a:latin typeface="Trebuchet MS"/>
                <a:cs typeface="Trebuchet MS"/>
              </a:rPr>
              <a:t>I</a:t>
            </a:r>
            <a:r>
              <a:rPr dirty="0" sz="2200" spc="15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200" spc="85">
                <a:solidFill>
                  <a:srgbClr val="212121"/>
                </a:solidFill>
                <a:latin typeface="Trebuchet MS"/>
                <a:cs typeface="Trebuchet MS"/>
              </a:rPr>
              <a:t>heig</a:t>
            </a:r>
            <a:r>
              <a:rPr dirty="0" sz="2200" spc="-34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212121"/>
                </a:solidFill>
                <a:latin typeface="Trebuchet MS"/>
                <a:cs typeface="Trebuchet MS"/>
              </a:rPr>
              <a:t>hts,</a:t>
            </a:r>
            <a:r>
              <a:rPr dirty="0" sz="2200" spc="-9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200" spc="100">
                <a:solidFill>
                  <a:srgbClr val="6E564D"/>
                </a:solidFill>
                <a:latin typeface="Trebuchet MS"/>
                <a:cs typeface="Trebuchet MS"/>
              </a:rPr>
              <a:t>d</a:t>
            </a:r>
            <a:r>
              <a:rPr dirty="0" sz="2200" spc="100">
                <a:solidFill>
                  <a:srgbClr val="212121"/>
                </a:solidFill>
                <a:latin typeface="Trebuchet MS"/>
                <a:cs typeface="Trebuchet MS"/>
              </a:rPr>
              <a:t>riven</a:t>
            </a:r>
            <a:r>
              <a:rPr dirty="0" sz="2200" spc="7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200" spc="90">
                <a:solidFill>
                  <a:srgbClr val="1F1F1F"/>
                </a:solidFill>
                <a:latin typeface="Trebuchet MS"/>
                <a:cs typeface="Trebuchet MS"/>
              </a:rPr>
              <a:t>by</a:t>
            </a:r>
            <a:r>
              <a:rPr dirty="0" sz="2200" spc="215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dirty="0" sz="2200" spc="100">
                <a:solidFill>
                  <a:srgbClr val="6E564D"/>
                </a:solidFill>
                <a:latin typeface="Trebuchet MS"/>
                <a:cs typeface="Trebuchet MS"/>
              </a:rPr>
              <a:t>a</a:t>
            </a:r>
            <a:r>
              <a:rPr dirty="0" sz="2200" spc="240">
                <a:solidFill>
                  <a:srgbClr val="6E564D"/>
                </a:solidFill>
                <a:latin typeface="Trebuchet MS"/>
                <a:cs typeface="Trebuchet MS"/>
              </a:rPr>
              <a:t> </a:t>
            </a:r>
            <a:r>
              <a:rPr dirty="0" sz="2200" spc="75">
                <a:solidFill>
                  <a:srgbClr val="1A1A1A"/>
                </a:solidFill>
                <a:latin typeface="Trebuchet MS"/>
                <a:cs typeface="Trebuchet MS"/>
              </a:rPr>
              <a:t>desire</a:t>
            </a:r>
            <a:r>
              <a:rPr dirty="0" sz="2200" spc="12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dirty="0" sz="2200" spc="16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200" spc="55">
                <a:solidFill>
                  <a:srgbClr val="2A2A2A"/>
                </a:solidFill>
                <a:latin typeface="Trebuchet MS"/>
                <a:cs typeface="Trebuchet MS"/>
              </a:rPr>
              <a:t>a</a:t>
            </a:r>
            <a:r>
              <a:rPr dirty="0" sz="2200" spc="-36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181818"/>
                </a:solidFill>
                <a:latin typeface="Trebuchet MS"/>
                <a:cs typeface="Trebuchet MS"/>
              </a:rPr>
              <a:t>uthentic,</a:t>
            </a:r>
            <a:r>
              <a:rPr dirty="0" sz="2200" spc="5">
                <a:solidFill>
                  <a:srgbClr val="181818"/>
                </a:solidFill>
                <a:latin typeface="Trebuchet MS"/>
                <a:cs typeface="Trebuchet MS"/>
              </a:rPr>
              <a:t> </a:t>
            </a:r>
            <a:r>
              <a:rPr dirty="0" sz="2200" spc="75">
                <a:solidFill>
                  <a:srgbClr val="212121"/>
                </a:solidFill>
                <a:latin typeface="Trebuchet MS"/>
                <a:cs typeface="Trebuchet MS"/>
              </a:rPr>
              <a:t>loco</a:t>
            </a:r>
            <a:r>
              <a:rPr dirty="0" sz="2200" spc="-43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212121"/>
                </a:solidFill>
                <a:latin typeface="Trebuchet MS"/>
                <a:cs typeface="Trebuchet MS"/>
              </a:rPr>
              <a:t>I</a:t>
            </a:r>
            <a:r>
              <a:rPr dirty="0" sz="2200" spc="16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200" spc="55">
                <a:solidFill>
                  <a:srgbClr val="1D1D1D"/>
                </a:solidFill>
                <a:latin typeface="Trebuchet MS"/>
                <a:cs typeface="Trebuchet MS"/>
              </a:rPr>
              <a:t>culino</a:t>
            </a:r>
            <a:r>
              <a:rPr dirty="0" sz="2200" spc="-325">
                <a:solidFill>
                  <a:srgbClr val="1D1D1D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1C1C1C"/>
                </a:solidFill>
                <a:latin typeface="Trebuchet MS"/>
                <a:cs typeface="Trebuchet MS"/>
              </a:rPr>
              <a:t>ry</a:t>
            </a:r>
            <a:r>
              <a:rPr dirty="0" sz="2200" spc="120">
                <a:solidFill>
                  <a:srgbClr val="1C1C1C"/>
                </a:solidFill>
                <a:latin typeface="Trebuchet MS"/>
                <a:cs typeface="Trebuchet MS"/>
              </a:rPr>
              <a:t> </a:t>
            </a:r>
            <a:r>
              <a:rPr dirty="0" sz="2200" spc="-10">
                <a:solidFill>
                  <a:srgbClr val="212121"/>
                </a:solidFill>
                <a:latin typeface="Trebuchet MS"/>
                <a:cs typeface="Trebuchet MS"/>
              </a:rPr>
              <a:t>experiences.</a:t>
            </a:r>
            <a:endParaRPr sz="2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213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6300" spc="340">
                <a:solidFill>
                  <a:srgbClr val="DB4115"/>
                </a:solidFill>
                <a:latin typeface="Trebuchet MS"/>
                <a:cs typeface="Trebuchet MS"/>
              </a:rPr>
              <a:t>Fueling</a:t>
            </a:r>
            <a:r>
              <a:rPr dirty="0" sz="6300" spc="155">
                <a:solidFill>
                  <a:srgbClr val="DB4115"/>
                </a:solidFill>
                <a:latin typeface="Trebuchet MS"/>
                <a:cs typeface="Trebuchet MS"/>
              </a:rPr>
              <a:t> </a:t>
            </a:r>
            <a:r>
              <a:rPr dirty="0" sz="6300" spc="215">
                <a:solidFill>
                  <a:srgbClr val="D83F0E"/>
                </a:solidFill>
                <a:latin typeface="Trebuchet MS"/>
                <a:cs typeface="Trebuchet MS"/>
              </a:rPr>
              <a:t>the</a:t>
            </a:r>
            <a:r>
              <a:rPr dirty="0" sz="6300" spc="210">
                <a:solidFill>
                  <a:srgbClr val="D83F0E"/>
                </a:solidFill>
                <a:latin typeface="Trebuchet MS"/>
                <a:cs typeface="Trebuchet MS"/>
              </a:rPr>
              <a:t> </a:t>
            </a:r>
            <a:r>
              <a:rPr dirty="0" sz="6300" spc="75">
                <a:solidFill>
                  <a:srgbClr val="DB3F16"/>
                </a:solidFill>
                <a:latin typeface="Trebuchet MS"/>
                <a:cs typeface="Trebuchet MS"/>
              </a:rPr>
              <a:t>Plotform</a:t>
            </a:r>
            <a:endParaRPr sz="63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406750" y="4378527"/>
            <a:ext cx="4588510" cy="3385185"/>
          </a:xfrm>
          <a:prstGeom prst="rect">
            <a:avLst/>
          </a:prstGeom>
        </p:spPr>
        <p:txBody>
          <a:bodyPr wrap="square" lIns="0" tIns="377825" rIns="0" bIns="0" rtlCol="0" vert="horz">
            <a:spAutoFit/>
          </a:bodyPr>
          <a:lstStyle/>
          <a:p>
            <a:pPr algn="ctr" marR="112395">
              <a:lnSpc>
                <a:spcPct val="100000"/>
              </a:lnSpc>
              <a:spcBef>
                <a:spcPts val="2975"/>
              </a:spcBef>
            </a:pPr>
            <a:r>
              <a:rPr dirty="0" sz="4350" spc="70">
                <a:solidFill>
                  <a:srgbClr val="FF6E00"/>
                </a:solidFill>
                <a:latin typeface="Arial MT"/>
                <a:cs typeface="Arial MT"/>
              </a:rPr>
              <a:t>W</a:t>
            </a:r>
            <a:endParaRPr sz="4350">
              <a:latin typeface="Arial MT"/>
              <a:cs typeface="Arial MT"/>
            </a:endParaRPr>
          </a:p>
          <a:p>
            <a:pPr algn="ctr" marL="17145">
              <a:lnSpc>
                <a:spcPct val="100000"/>
              </a:lnSpc>
              <a:spcBef>
                <a:spcPts val="2880"/>
              </a:spcBef>
            </a:pPr>
            <a:r>
              <a:rPr dirty="0" sz="4350">
                <a:solidFill>
                  <a:srgbClr val="EF4B00"/>
                </a:solidFill>
                <a:latin typeface="Arial MT"/>
                <a:cs typeface="Arial MT"/>
              </a:rPr>
              <a:t>Premium</a:t>
            </a:r>
            <a:r>
              <a:rPr dirty="0" sz="4350" spc="565">
                <a:solidFill>
                  <a:srgbClr val="EF4B00"/>
                </a:solidFill>
                <a:latin typeface="Arial MT"/>
                <a:cs typeface="Arial MT"/>
              </a:rPr>
              <a:t> </a:t>
            </a:r>
            <a:r>
              <a:rPr dirty="0" sz="4350" spc="135">
                <a:solidFill>
                  <a:srgbClr val="ED6003"/>
                </a:solidFill>
                <a:latin typeface="Arial MT"/>
                <a:cs typeface="Arial MT"/>
              </a:rPr>
              <a:t>Listings</a:t>
            </a:r>
            <a:endParaRPr sz="4350">
              <a:latin typeface="Arial MT"/>
              <a:cs typeface="Arial MT"/>
            </a:endParaRPr>
          </a:p>
          <a:p>
            <a:pPr algn="ctr" marL="12065" marR="5080">
              <a:lnSpc>
                <a:spcPct val="138800"/>
              </a:lnSpc>
              <a:spcBef>
                <a:spcPts val="2090"/>
              </a:spcBef>
            </a:pPr>
            <a:r>
              <a:rPr dirty="0" sz="2450" spc="-20">
                <a:solidFill>
                  <a:srgbClr val="212121"/>
                </a:solidFill>
                <a:latin typeface="Trebuchet MS"/>
                <a:cs typeface="Trebuchet MS"/>
              </a:rPr>
              <a:t>Vendors</a:t>
            </a:r>
            <a:r>
              <a:rPr dirty="0" sz="2450" spc="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450" spc="60">
                <a:solidFill>
                  <a:srgbClr val="242424"/>
                </a:solidFill>
                <a:latin typeface="Trebuchet MS"/>
                <a:cs typeface="Trebuchet MS"/>
              </a:rPr>
              <a:t>pay</a:t>
            </a:r>
            <a:r>
              <a:rPr dirty="0" sz="2450" spc="-145">
                <a:solidFill>
                  <a:srgbClr val="242424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282828"/>
                </a:solidFill>
                <a:latin typeface="Trebuchet MS"/>
                <a:cs typeface="Trebuchet MS"/>
              </a:rPr>
              <a:t>for</a:t>
            </a:r>
            <a:r>
              <a:rPr dirty="0" sz="2450" spc="-75">
                <a:solidFill>
                  <a:srgbClr val="282828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212121"/>
                </a:solidFill>
                <a:latin typeface="Trebuchet MS"/>
                <a:cs typeface="Trebuchet MS"/>
              </a:rPr>
              <a:t>boosted</a:t>
            </a:r>
            <a:r>
              <a:rPr dirty="0" sz="2450" spc="3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450" spc="-65">
                <a:solidFill>
                  <a:srgbClr val="242424"/>
                </a:solidFill>
                <a:latin typeface="Trebuchet MS"/>
                <a:cs typeface="Trebuchet MS"/>
              </a:rPr>
              <a:t>visibility </a:t>
            </a:r>
            <a:r>
              <a:rPr dirty="0" sz="2450" spc="55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dirty="0" sz="2450" spc="55">
                <a:solidFill>
                  <a:srgbClr val="1C1C1C"/>
                </a:solidFill>
                <a:latin typeface="Trebuchet MS"/>
                <a:cs typeface="Trebuchet MS"/>
              </a:rPr>
              <a:t>nd</a:t>
            </a:r>
            <a:r>
              <a:rPr dirty="0" sz="2450" spc="30">
                <a:solidFill>
                  <a:srgbClr val="1C1C1C"/>
                </a:solidFill>
                <a:latin typeface="Trebuchet MS"/>
                <a:cs typeface="Trebuchet MS"/>
              </a:rPr>
              <a:t> </a:t>
            </a:r>
            <a:r>
              <a:rPr dirty="0" sz="2450" spc="-1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dirty="0" sz="2450" spc="-10">
                <a:solidFill>
                  <a:srgbClr val="1C1C1C"/>
                </a:solidFill>
                <a:latin typeface="Trebuchet MS"/>
                <a:cs typeface="Trebuchet MS"/>
              </a:rPr>
              <a:t>nolytics.</a:t>
            </a:r>
            <a:endParaRPr sz="24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979229" y="5784898"/>
            <a:ext cx="4129404" cy="1975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8255">
              <a:lnSpc>
                <a:spcPct val="100000"/>
              </a:lnSpc>
              <a:spcBef>
                <a:spcPts val="100"/>
              </a:spcBef>
            </a:pPr>
            <a:r>
              <a:rPr dirty="0" sz="4250" spc="145">
                <a:solidFill>
                  <a:srgbClr val="DF4F01"/>
                </a:solidFill>
                <a:latin typeface="Trebuchet MS"/>
                <a:cs typeface="Trebuchet MS"/>
              </a:rPr>
              <a:t>In-</a:t>
            </a:r>
            <a:r>
              <a:rPr dirty="0" sz="4250" spc="210">
                <a:solidFill>
                  <a:srgbClr val="DF4F01"/>
                </a:solidFill>
                <a:latin typeface="Trebuchet MS"/>
                <a:cs typeface="Trebuchet MS"/>
              </a:rPr>
              <a:t>App</a:t>
            </a:r>
            <a:r>
              <a:rPr dirty="0" sz="4250" spc="340">
                <a:solidFill>
                  <a:srgbClr val="DF4F01"/>
                </a:solidFill>
                <a:latin typeface="Trebuchet MS"/>
                <a:cs typeface="Trebuchet MS"/>
              </a:rPr>
              <a:t> </a:t>
            </a:r>
            <a:r>
              <a:rPr dirty="0" sz="4250" spc="165">
                <a:solidFill>
                  <a:srgbClr val="FF4800"/>
                </a:solidFill>
                <a:latin typeface="Trebuchet MS"/>
                <a:cs typeface="Trebuchet MS"/>
              </a:rPr>
              <a:t>Ads</a:t>
            </a:r>
            <a:endParaRPr sz="4250">
              <a:latin typeface="Trebuchet MS"/>
              <a:cs typeface="Trebuchet MS"/>
            </a:endParaRPr>
          </a:p>
          <a:p>
            <a:pPr algn="ctr" marL="12700" marR="5080">
              <a:lnSpc>
                <a:spcPct val="147900"/>
              </a:lnSpc>
              <a:spcBef>
                <a:spcPts val="2080"/>
              </a:spcBef>
            </a:pPr>
            <a:r>
              <a:rPr dirty="0" sz="2300" spc="-175">
                <a:solidFill>
                  <a:srgbClr val="282828"/>
                </a:solidFill>
                <a:latin typeface="Trebuchet MS"/>
                <a:cs typeface="Trebuchet MS"/>
              </a:rPr>
              <a:t>To</a:t>
            </a:r>
            <a:r>
              <a:rPr dirty="0" sz="2300" spc="-405">
                <a:solidFill>
                  <a:srgbClr val="282828"/>
                </a:solidFill>
                <a:latin typeface="Trebuchet MS"/>
                <a:cs typeface="Trebuchet MS"/>
              </a:rPr>
              <a:t> </a:t>
            </a:r>
            <a:r>
              <a:rPr dirty="0" sz="2300" spc="60">
                <a:solidFill>
                  <a:srgbClr val="262626"/>
                </a:solidFill>
                <a:latin typeface="Trebuchet MS"/>
                <a:cs typeface="Trebuchet MS"/>
              </a:rPr>
              <a:t>rgeted</a:t>
            </a:r>
            <a:r>
              <a:rPr dirty="0" sz="2300" spc="275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232323"/>
                </a:solidFill>
                <a:latin typeface="Trebuchet MS"/>
                <a:cs typeface="Trebuchet MS"/>
              </a:rPr>
              <a:t>promotions</a:t>
            </a:r>
            <a:r>
              <a:rPr dirty="0" sz="2300" spc="29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282828"/>
                </a:solidFill>
                <a:latin typeface="Trebuchet MS"/>
                <a:cs typeface="Trebuchet MS"/>
              </a:rPr>
              <a:t>for</a:t>
            </a:r>
            <a:r>
              <a:rPr dirty="0" sz="2300" spc="190">
                <a:solidFill>
                  <a:srgbClr val="282828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1F1F1F"/>
                </a:solidFill>
                <a:latin typeface="Trebuchet MS"/>
                <a:cs typeface="Trebuchet MS"/>
              </a:rPr>
              <a:t>local </a:t>
            </a:r>
            <a:r>
              <a:rPr dirty="0" sz="2300" spc="100">
                <a:solidFill>
                  <a:srgbClr val="1A1A1A"/>
                </a:solidFill>
                <a:latin typeface="Trebuchet MS"/>
                <a:cs typeface="Trebuchet MS"/>
              </a:rPr>
              <a:t>beverage</a:t>
            </a:r>
            <a:r>
              <a:rPr dirty="0" sz="2300" spc="20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300" spc="-195">
                <a:solidFill>
                  <a:srgbClr val="262626"/>
                </a:solidFill>
                <a:latin typeface="Trebuchet MS"/>
                <a:cs typeface="Trebuchet MS"/>
              </a:rPr>
              <a:t>&amp;</a:t>
            </a:r>
            <a:r>
              <a:rPr dirty="0" sz="2300" spc="-70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2300" spc="65">
                <a:solidFill>
                  <a:srgbClr val="232323"/>
                </a:solidFill>
                <a:latin typeface="Trebuchet MS"/>
                <a:cs typeface="Trebuchet MS"/>
              </a:rPr>
              <a:t>food</a:t>
            </a:r>
            <a:r>
              <a:rPr dirty="0" sz="2300" spc="13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300" spc="40">
                <a:solidFill>
                  <a:srgbClr val="1C1C1C"/>
                </a:solidFill>
                <a:latin typeface="Trebuchet MS"/>
                <a:cs typeface="Trebuchet MS"/>
              </a:rPr>
              <a:t>brands.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4150120" y="5784898"/>
            <a:ext cx="4449445" cy="1978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8575">
              <a:lnSpc>
                <a:spcPct val="100000"/>
              </a:lnSpc>
              <a:spcBef>
                <a:spcPts val="100"/>
              </a:spcBef>
            </a:pPr>
            <a:r>
              <a:rPr dirty="0" sz="4250" spc="114">
                <a:solidFill>
                  <a:srgbClr val="EB5900"/>
                </a:solidFill>
                <a:latin typeface="Arial MT"/>
                <a:cs typeface="Arial MT"/>
              </a:rPr>
              <a:t>Delivery</a:t>
            </a:r>
            <a:r>
              <a:rPr dirty="0" sz="4250" spc="-70">
                <a:solidFill>
                  <a:srgbClr val="EB5900"/>
                </a:solidFill>
                <a:latin typeface="Arial MT"/>
                <a:cs typeface="Arial MT"/>
              </a:rPr>
              <a:t> </a:t>
            </a:r>
            <a:r>
              <a:rPr dirty="0" sz="4250" spc="-20">
                <a:solidFill>
                  <a:srgbClr val="ED4F00"/>
                </a:solidFill>
                <a:latin typeface="Arial MT"/>
                <a:cs typeface="Arial MT"/>
              </a:rPr>
              <a:t>Fees</a:t>
            </a:r>
            <a:endParaRPr sz="4250">
              <a:latin typeface="Arial MT"/>
              <a:cs typeface="Arial MT"/>
            </a:endParaRPr>
          </a:p>
          <a:p>
            <a:pPr algn="ctr" marL="12065" marR="5080">
              <a:lnSpc>
                <a:spcPct val="138800"/>
              </a:lnSpc>
              <a:spcBef>
                <a:spcPts val="2115"/>
              </a:spcBef>
            </a:pPr>
            <a:r>
              <a:rPr dirty="0" sz="2450">
                <a:solidFill>
                  <a:srgbClr val="232323"/>
                </a:solidFill>
                <a:latin typeface="Trebuchet MS"/>
                <a:cs typeface="Trebuchet MS"/>
              </a:rPr>
              <a:t>Commission</a:t>
            </a:r>
            <a:r>
              <a:rPr dirty="0" sz="2450" spc="2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262626"/>
                </a:solidFill>
                <a:latin typeface="Trebuchet MS"/>
                <a:cs typeface="Trebuchet MS"/>
              </a:rPr>
              <a:t>on</a:t>
            </a:r>
            <a:r>
              <a:rPr dirty="0" sz="2450" spc="-105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212121"/>
                </a:solidFill>
                <a:latin typeface="Trebuchet MS"/>
                <a:cs typeface="Trebuchet MS"/>
              </a:rPr>
              <a:t>orders</a:t>
            </a:r>
            <a:r>
              <a:rPr dirty="0" sz="2450" spc="-1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450" spc="-10">
                <a:solidFill>
                  <a:srgbClr val="1A1A1A"/>
                </a:solidFill>
                <a:latin typeface="Trebuchet MS"/>
                <a:cs typeface="Trebuchet MS"/>
              </a:rPr>
              <a:t>delivered </a:t>
            </a:r>
            <a:r>
              <a:rPr dirty="0" sz="2450">
                <a:solidFill>
                  <a:srgbClr val="242424"/>
                </a:solidFill>
                <a:latin typeface="Trebuchet MS"/>
                <a:cs typeface="Trebuchet MS"/>
              </a:rPr>
              <a:t>via</a:t>
            </a:r>
            <a:r>
              <a:rPr dirty="0" sz="2450" spc="-55">
                <a:solidFill>
                  <a:srgbClr val="242424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181818"/>
                </a:solidFill>
                <a:latin typeface="Trebuchet MS"/>
                <a:cs typeface="Trebuchet MS"/>
              </a:rPr>
              <a:t>our</a:t>
            </a:r>
            <a:r>
              <a:rPr dirty="0" sz="2450" spc="-95">
                <a:solidFill>
                  <a:srgbClr val="181818"/>
                </a:solidFill>
                <a:latin typeface="Trebuchet MS"/>
                <a:cs typeface="Trebuchet MS"/>
              </a:rPr>
              <a:t> </a:t>
            </a:r>
            <a:r>
              <a:rPr dirty="0" sz="2450" spc="-160">
                <a:solidFill>
                  <a:srgbClr val="2A2A2A"/>
                </a:solidFill>
                <a:latin typeface="Trebuchet MS"/>
                <a:cs typeface="Trebuchet MS"/>
              </a:rPr>
              <a:t>pO</a:t>
            </a:r>
            <a:r>
              <a:rPr dirty="0" sz="2450" spc="-50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dirty="0" sz="2450" spc="-70">
                <a:solidFill>
                  <a:srgbClr val="262626"/>
                </a:solidFill>
                <a:latin typeface="Trebuchet MS"/>
                <a:cs typeface="Trebuchet MS"/>
              </a:rPr>
              <a:t>rtner</a:t>
            </a:r>
            <a:r>
              <a:rPr dirty="0" sz="2450" spc="-105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2450" spc="-10">
                <a:solidFill>
                  <a:srgbClr val="232323"/>
                </a:solidFill>
                <a:latin typeface="Trebuchet MS"/>
                <a:cs typeface="Trebuchet MS"/>
              </a:rPr>
              <a:t>fleet.</a:t>
            </a:r>
            <a:endParaRPr sz="2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5852" y="-380489"/>
            <a:ext cx="10400665" cy="92900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900" spc="675">
                <a:solidFill>
                  <a:srgbClr val="D4460E"/>
                </a:solidFill>
                <a:latin typeface="Trebuchet MS"/>
                <a:cs typeface="Trebuchet MS"/>
              </a:rPr>
              <a:t>cmor‹</a:t>
            </a:r>
            <a:r>
              <a:rPr dirty="0" sz="5900" spc="50">
                <a:solidFill>
                  <a:srgbClr val="D4460E"/>
                </a:solidFill>
                <a:latin typeface="Trebuchet MS"/>
                <a:cs typeface="Trebuchet MS"/>
              </a:rPr>
              <a:t> </a:t>
            </a:r>
            <a:r>
              <a:rPr dirty="0" sz="5900" spc="295">
                <a:solidFill>
                  <a:srgbClr val="DB411C"/>
                </a:solidFill>
                <a:latin typeface="Trebuchet MS"/>
                <a:cs typeface="Trebuchet MS"/>
              </a:rPr>
              <a:t>ivio‹cning</a:t>
            </a:r>
            <a:r>
              <a:rPr dirty="0" sz="5900" spc="95">
                <a:solidFill>
                  <a:srgbClr val="DB411C"/>
                </a:solidFill>
                <a:latin typeface="Trebuchet MS"/>
                <a:cs typeface="Trebuchet MS"/>
              </a:rPr>
              <a:t> </a:t>
            </a:r>
            <a:r>
              <a:rPr dirty="0" sz="5900" spc="204">
                <a:solidFill>
                  <a:srgbClr val="D64216"/>
                </a:solidFill>
                <a:latin typeface="Trebuchet MS"/>
                <a:cs typeface="Trebuchet MS"/>
              </a:rPr>
              <a:t>/t‹gori‹nm</a:t>
            </a:r>
            <a:endParaRPr sz="59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444019" y="4135733"/>
            <a:ext cx="5791200" cy="673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50">
                <a:solidFill>
                  <a:srgbClr val="F25901"/>
                </a:solidFill>
                <a:latin typeface="Arial MT"/>
                <a:cs typeface="Arial MT"/>
              </a:rPr>
              <a:t>How</a:t>
            </a:r>
            <a:r>
              <a:rPr dirty="0" sz="4250" spc="175">
                <a:solidFill>
                  <a:srgbClr val="F25901"/>
                </a:solidFill>
                <a:latin typeface="Arial MT"/>
                <a:cs typeface="Arial MT"/>
              </a:rPr>
              <a:t> </a:t>
            </a:r>
            <a:r>
              <a:rPr dirty="0" sz="4250" spc="-420">
                <a:solidFill>
                  <a:srgbClr val="E65600"/>
                </a:solidFill>
                <a:latin typeface="Arial MT"/>
                <a:cs typeface="Arial MT"/>
              </a:rPr>
              <a:t>We</a:t>
            </a:r>
            <a:r>
              <a:rPr dirty="0" sz="4250" spc="125">
                <a:solidFill>
                  <a:srgbClr val="E65600"/>
                </a:solidFill>
                <a:latin typeface="Arial MT"/>
                <a:cs typeface="Arial MT"/>
              </a:rPr>
              <a:t> </a:t>
            </a:r>
            <a:r>
              <a:rPr dirty="0" sz="4250" spc="125">
                <a:solidFill>
                  <a:srgbClr val="E84D00"/>
                </a:solidFill>
                <a:latin typeface="Arial MT"/>
                <a:cs typeface="Arial MT"/>
              </a:rPr>
              <a:t>Suggest</a:t>
            </a:r>
            <a:r>
              <a:rPr dirty="0" sz="4250" spc="275">
                <a:solidFill>
                  <a:srgbClr val="E84D00"/>
                </a:solidFill>
                <a:latin typeface="Arial MT"/>
                <a:cs typeface="Arial MT"/>
              </a:rPr>
              <a:t> </a:t>
            </a:r>
            <a:r>
              <a:rPr dirty="0" sz="4250" spc="215">
                <a:solidFill>
                  <a:srgbClr val="FB540E"/>
                </a:solidFill>
                <a:latin typeface="Arial MT"/>
                <a:cs typeface="Arial MT"/>
              </a:rPr>
              <a:t>Food</a:t>
            </a:r>
            <a:endParaRPr sz="425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429927" y="5287531"/>
            <a:ext cx="7251700" cy="3302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050" marR="527050" indent="-1270">
              <a:lnSpc>
                <a:spcPct val="138800"/>
              </a:lnSpc>
              <a:spcBef>
                <a:spcPts val="100"/>
              </a:spcBef>
            </a:pPr>
            <a:r>
              <a:rPr dirty="0" sz="2450">
                <a:solidFill>
                  <a:srgbClr val="1F1F1F"/>
                </a:solidFill>
                <a:latin typeface="Trebuchet MS"/>
                <a:cs typeface="Trebuchet MS"/>
              </a:rPr>
              <a:t>Our</a:t>
            </a:r>
            <a:r>
              <a:rPr dirty="0" sz="2450" spc="-40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1A1A1A"/>
                </a:solidFill>
                <a:latin typeface="Trebuchet MS"/>
                <a:cs typeface="Trebuchet MS"/>
              </a:rPr>
              <a:t>recommendation</a:t>
            </a:r>
            <a:r>
              <a:rPr dirty="0" sz="2450" spc="-5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450" spc="-10">
                <a:solidFill>
                  <a:srgbClr val="1F1F1F"/>
                </a:solidFill>
                <a:latin typeface="Trebuchet MS"/>
                <a:cs typeface="Trebuchet MS"/>
              </a:rPr>
              <a:t>eng</a:t>
            </a:r>
            <a:r>
              <a:rPr dirty="0" sz="2450" spc="-390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dirty="0" sz="2450" spc="-40">
                <a:solidFill>
                  <a:srgbClr val="1F1F1F"/>
                </a:solidFill>
                <a:latin typeface="Trebuchet MS"/>
                <a:cs typeface="Trebuchet MS"/>
              </a:rPr>
              <a:t>ine</a:t>
            </a:r>
            <a:r>
              <a:rPr dirty="0" sz="2450" spc="15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dirty="0" sz="2450">
                <a:solidFill>
                  <a:srgbClr val="1C1C1C"/>
                </a:solidFill>
                <a:latin typeface="Trebuchet MS"/>
                <a:cs typeface="Trebuchet MS"/>
              </a:rPr>
              <a:t>doesn't</a:t>
            </a:r>
            <a:r>
              <a:rPr dirty="0" sz="2450" spc="70">
                <a:solidFill>
                  <a:srgbClr val="1C1C1C"/>
                </a:solidFill>
                <a:latin typeface="Trebuchet MS"/>
                <a:cs typeface="Trebuchet MS"/>
              </a:rPr>
              <a:t> </a:t>
            </a:r>
            <a:r>
              <a:rPr dirty="0" sz="2450" spc="-150">
                <a:solidFill>
                  <a:srgbClr val="1C1C1C"/>
                </a:solidFill>
                <a:latin typeface="Trebuchet MS"/>
                <a:cs typeface="Trebuchet MS"/>
              </a:rPr>
              <a:t>just</a:t>
            </a:r>
            <a:r>
              <a:rPr dirty="0" sz="2450" spc="-55">
                <a:solidFill>
                  <a:srgbClr val="1C1C1C"/>
                </a:solidFill>
                <a:latin typeface="Trebuchet MS"/>
                <a:cs typeface="Trebuchet MS"/>
              </a:rPr>
              <a:t> </a:t>
            </a:r>
            <a:r>
              <a:rPr dirty="0" sz="2450" spc="-50">
                <a:solidFill>
                  <a:srgbClr val="212121"/>
                </a:solidFill>
                <a:latin typeface="Trebuchet MS"/>
                <a:cs typeface="Trebuchet MS"/>
              </a:rPr>
              <a:t>IooI‹</a:t>
            </a:r>
            <a:r>
              <a:rPr dirty="0" sz="2450" spc="-22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450" spc="-25">
                <a:solidFill>
                  <a:srgbClr val="212121"/>
                </a:solidFill>
                <a:latin typeface="Trebuchet MS"/>
                <a:cs typeface="Trebuchet MS"/>
              </a:rPr>
              <a:t>at </a:t>
            </a:r>
            <a:r>
              <a:rPr dirty="0" sz="2450" spc="-65">
                <a:solidFill>
                  <a:srgbClr val="1D1D1D"/>
                </a:solidFill>
                <a:latin typeface="Trebuchet MS"/>
                <a:cs typeface="Trebuchet MS"/>
              </a:rPr>
              <a:t>disto</a:t>
            </a:r>
            <a:r>
              <a:rPr dirty="0" sz="2450" spc="-390">
                <a:solidFill>
                  <a:srgbClr val="1D1D1D"/>
                </a:solidFill>
                <a:latin typeface="Trebuchet MS"/>
                <a:cs typeface="Trebuchet MS"/>
              </a:rPr>
              <a:t> </a:t>
            </a:r>
            <a:r>
              <a:rPr dirty="0" sz="2450" spc="-20">
                <a:solidFill>
                  <a:srgbClr val="1A1A1A"/>
                </a:solidFill>
                <a:latin typeface="Trebuchet MS"/>
                <a:cs typeface="Trebuchet MS"/>
              </a:rPr>
              <a:t>nce.</a:t>
            </a:r>
            <a:endParaRPr sz="2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330"/>
              </a:spcBef>
            </a:pPr>
            <a:endParaRPr sz="2450">
              <a:latin typeface="Trebuchet MS"/>
              <a:cs typeface="Trebuchet MS"/>
            </a:endParaRPr>
          </a:p>
          <a:p>
            <a:pPr marL="12700" marR="5080" indent="6350">
              <a:lnSpc>
                <a:spcPct val="149900"/>
              </a:lnSpc>
              <a:tabLst>
                <a:tab pos="2103755" algn="l"/>
                <a:tab pos="4290060" algn="l"/>
              </a:tabLst>
            </a:pPr>
            <a:r>
              <a:rPr dirty="0" baseline="1133" sz="3675">
                <a:solidFill>
                  <a:srgbClr val="262626"/>
                </a:solidFill>
                <a:latin typeface="Arial MT"/>
                <a:cs typeface="Arial MT"/>
              </a:rPr>
              <a:t>W</a:t>
            </a:r>
            <a:r>
              <a:rPr dirty="0" baseline="1262" sz="3300">
                <a:solidFill>
                  <a:srgbClr val="262626"/>
                </a:solidFill>
                <a:latin typeface="Arial MT"/>
                <a:cs typeface="Arial MT"/>
              </a:rPr>
              <a:t>e</a:t>
            </a:r>
            <a:r>
              <a:rPr dirty="0" baseline="1262" sz="3300" spc="142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baseline="1262" sz="3300" spc="195">
                <a:solidFill>
                  <a:srgbClr val="212121"/>
                </a:solidFill>
                <a:latin typeface="Arial MT"/>
                <a:cs typeface="Arial MT"/>
              </a:rPr>
              <a:t>weig</a:t>
            </a:r>
            <a:r>
              <a:rPr dirty="0" baseline="1262" sz="3300" spc="-60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baseline="1262" sz="3300" spc="217">
                <a:solidFill>
                  <a:srgbClr val="2A2A2A"/>
                </a:solidFill>
                <a:latin typeface="Arial MT"/>
                <a:cs typeface="Arial MT"/>
              </a:rPr>
              <a:t>h</a:t>
            </a:r>
            <a:r>
              <a:rPr dirty="0" baseline="1262" sz="3300" spc="-1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baseline="1262" sz="3300" spc="179">
                <a:solidFill>
                  <a:srgbClr val="1D1D1D"/>
                </a:solidFill>
                <a:latin typeface="Arial MT"/>
                <a:cs typeface="Arial MT"/>
              </a:rPr>
              <a:t>factors</a:t>
            </a:r>
            <a:r>
              <a:rPr dirty="0" baseline="1262" sz="3300" spc="172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baseline="1262" sz="3300">
                <a:solidFill>
                  <a:srgbClr val="1A1A1A"/>
                </a:solidFill>
                <a:latin typeface="Arial MT"/>
                <a:cs typeface="Arial MT"/>
              </a:rPr>
              <a:t>IiI‹e</a:t>
            </a:r>
            <a:r>
              <a:rPr dirty="0" baseline="1262" sz="3300" spc="1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baseline="1262" sz="3300">
                <a:solidFill>
                  <a:srgbClr val="1A1A1A"/>
                </a:solidFill>
                <a:latin typeface="Arial MT"/>
                <a:cs typeface="Arial MT"/>
              </a:rPr>
              <a:t>user</a:t>
            </a:r>
            <a:r>
              <a:rPr dirty="0" baseline="1262" sz="3300" spc="142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baseline="1262" sz="3300" spc="75">
                <a:solidFill>
                  <a:srgbClr val="1A1A1A"/>
                </a:solidFill>
                <a:latin typeface="Arial MT"/>
                <a:cs typeface="Arial MT"/>
              </a:rPr>
              <a:t>cravings,</a:t>
            </a:r>
            <a:r>
              <a:rPr dirty="0" baseline="1262" sz="3300" spc="15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baseline="1262" sz="3300" spc="150">
                <a:solidFill>
                  <a:srgbClr val="232323"/>
                </a:solidFill>
                <a:latin typeface="Arial MT"/>
                <a:cs typeface="Arial MT"/>
              </a:rPr>
              <a:t>vendor</a:t>
            </a:r>
            <a:r>
              <a:rPr dirty="0" baseline="1262" sz="3300" spc="187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baseline="1262" sz="3300" spc="367">
                <a:solidFill>
                  <a:srgbClr val="262626"/>
                </a:solidFill>
                <a:latin typeface="Arial MT"/>
                <a:cs typeface="Arial MT"/>
              </a:rPr>
              <a:t>h</a:t>
            </a:r>
            <a:r>
              <a:rPr dirty="0" baseline="2222" sz="1875" spc="367">
                <a:solidFill>
                  <a:srgbClr val="262626"/>
                </a:solidFill>
                <a:latin typeface="Arial MT"/>
                <a:cs typeface="Arial MT"/>
              </a:rPr>
              <a:t>y</a:t>
            </a:r>
            <a:r>
              <a:rPr dirty="0" baseline="1262" sz="3300" spc="367">
                <a:solidFill>
                  <a:srgbClr val="262626"/>
                </a:solidFill>
                <a:latin typeface="Arial MT"/>
                <a:cs typeface="Arial MT"/>
              </a:rPr>
              <a:t>gi</a:t>
            </a:r>
            <a:r>
              <a:rPr dirty="0" sz="1250" spc="245">
                <a:solidFill>
                  <a:srgbClr val="262626"/>
                </a:solidFill>
                <a:latin typeface="Arial MT"/>
                <a:cs typeface="Arial MT"/>
              </a:rPr>
              <a:t>e</a:t>
            </a:r>
            <a:r>
              <a:rPr dirty="0" baseline="1262" sz="3300" spc="367">
                <a:solidFill>
                  <a:srgbClr val="262626"/>
                </a:solidFill>
                <a:latin typeface="Arial MT"/>
                <a:cs typeface="Arial MT"/>
              </a:rPr>
              <a:t>ne </a:t>
            </a:r>
            <a:r>
              <a:rPr dirty="0" sz="2200" spc="75">
                <a:solidFill>
                  <a:srgbClr val="1F1F1F"/>
                </a:solidFill>
                <a:latin typeface="Arial MT"/>
                <a:cs typeface="Arial MT"/>
              </a:rPr>
              <a:t>ratings,</a:t>
            </a:r>
            <a:r>
              <a:rPr dirty="0" sz="2200" spc="10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2200" spc="105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dirty="0" sz="2200" spc="2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200" spc="100">
                <a:solidFill>
                  <a:srgbClr val="212121"/>
                </a:solidFill>
                <a:latin typeface="Arial MT"/>
                <a:cs typeface="Arial MT"/>
              </a:rPr>
              <a:t>current</a:t>
            </a:r>
            <a:r>
              <a:rPr dirty="0" sz="2200" spc="19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200" spc="110">
                <a:solidFill>
                  <a:srgbClr val="1C1C1C"/>
                </a:solidFill>
                <a:latin typeface="Arial MT"/>
                <a:cs typeface="Arial MT"/>
              </a:rPr>
              <a:t>populorit</a:t>
            </a:r>
            <a:r>
              <a:rPr dirty="0" sz="1250" spc="110">
                <a:solidFill>
                  <a:srgbClr val="1C1C1C"/>
                </a:solidFill>
                <a:latin typeface="Arial MT"/>
                <a:cs typeface="Arial MT"/>
              </a:rPr>
              <a:t>jr</a:t>
            </a:r>
            <a:r>
              <a:rPr dirty="0" sz="1250">
                <a:solidFill>
                  <a:srgbClr val="1C1C1C"/>
                </a:solidFill>
                <a:latin typeface="Arial MT"/>
                <a:cs typeface="Arial MT"/>
              </a:rPr>
              <a:t>	</a:t>
            </a:r>
            <a:r>
              <a:rPr dirty="0" sz="2200" spc="125">
                <a:solidFill>
                  <a:srgbClr val="282828"/>
                </a:solidFill>
                <a:latin typeface="Arial MT"/>
                <a:cs typeface="Arial MT"/>
              </a:rPr>
              <a:t>to</a:t>
            </a:r>
            <a:r>
              <a:rPr dirty="0" sz="2200" spc="155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dirty="0" sz="2200" spc="140">
                <a:solidFill>
                  <a:srgbClr val="232323"/>
                </a:solidFill>
                <a:latin typeface="Arial MT"/>
                <a:cs typeface="Arial MT"/>
              </a:rPr>
              <a:t>ca</a:t>
            </a:r>
            <a:r>
              <a:rPr dirty="0" sz="2200" spc="140">
                <a:solidFill>
                  <a:srgbClr val="1D1D1D"/>
                </a:solidFill>
                <a:latin typeface="Arial MT"/>
                <a:cs typeface="Arial MT"/>
              </a:rPr>
              <a:t>Iculote</a:t>
            </a:r>
            <a:r>
              <a:rPr dirty="0" sz="2200" spc="145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2A2A2A"/>
                </a:solidFill>
                <a:latin typeface="Arial MT"/>
                <a:cs typeface="Arial MT"/>
              </a:rPr>
              <a:t>a</a:t>
            </a:r>
            <a:r>
              <a:rPr dirty="0" sz="2200" spc="24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2200" spc="105">
                <a:solidFill>
                  <a:srgbClr val="161616"/>
                </a:solidFill>
                <a:latin typeface="Arial MT"/>
                <a:cs typeface="Arial MT"/>
              </a:rPr>
              <a:t>unique </a:t>
            </a:r>
            <a:r>
              <a:rPr dirty="0" sz="2200" spc="65">
                <a:solidFill>
                  <a:srgbClr val="232323"/>
                </a:solidFill>
                <a:latin typeface="Arial MT"/>
                <a:cs typeface="Arial MT"/>
              </a:rPr>
              <a:t>"Bite</a:t>
            </a:r>
            <a:r>
              <a:rPr dirty="0" sz="2200" spc="65">
                <a:solidFill>
                  <a:srgbClr val="1C1C1C"/>
                </a:solidFill>
                <a:latin typeface="Arial MT"/>
                <a:cs typeface="Arial MT"/>
              </a:rPr>
              <a:t>Score"</a:t>
            </a:r>
            <a:r>
              <a:rPr dirty="0" sz="2200" spc="229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2200" spc="-25">
                <a:solidFill>
                  <a:srgbClr val="212121"/>
                </a:solidFill>
                <a:latin typeface="Arial MT"/>
                <a:cs typeface="Arial MT"/>
              </a:rPr>
              <a:t>for</a:t>
            </a:r>
            <a:r>
              <a:rPr dirty="0" sz="2200">
                <a:solidFill>
                  <a:srgbClr val="212121"/>
                </a:solidFill>
                <a:latin typeface="Arial MT"/>
                <a:cs typeface="Arial MT"/>
              </a:rPr>
              <a:t>	</a:t>
            </a:r>
            <a:r>
              <a:rPr dirty="0" sz="2200" spc="95">
                <a:solidFill>
                  <a:srgbClr val="1C1C1C"/>
                </a:solidFill>
                <a:latin typeface="Arial MT"/>
                <a:cs typeface="Arial MT"/>
              </a:rPr>
              <a:t>every</a:t>
            </a:r>
            <a:r>
              <a:rPr dirty="0" sz="2200" spc="17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2200" spc="65">
                <a:solidFill>
                  <a:srgbClr val="1F1F1F"/>
                </a:solidFill>
                <a:latin typeface="Arial MT"/>
                <a:cs typeface="Arial MT"/>
              </a:rPr>
              <a:t>vendor.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07737" y="1672944"/>
            <a:ext cx="9144000" cy="3949065"/>
          </a:xfrm>
          <a:prstGeom prst="rect"/>
        </p:spPr>
        <p:txBody>
          <a:bodyPr wrap="square" lIns="0" tIns="10490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260"/>
              </a:spcBef>
            </a:pPr>
            <a:r>
              <a:rPr dirty="0" sz="13750" spc="190">
                <a:solidFill>
                  <a:srgbClr val="D64215"/>
                </a:solidFill>
              </a:rPr>
              <a:t>Ouestions?</a:t>
            </a:r>
            <a:endParaRPr sz="13750"/>
          </a:p>
          <a:p>
            <a:pPr algn="ctr" marL="111760">
              <a:lnSpc>
                <a:spcPct val="100000"/>
              </a:lnSpc>
              <a:spcBef>
                <a:spcPts val="2085"/>
              </a:spcBef>
            </a:pPr>
            <a:r>
              <a:rPr dirty="0" sz="3450">
                <a:solidFill>
                  <a:srgbClr val="594638"/>
                </a:solidFill>
              </a:rPr>
              <a:t>Ready</a:t>
            </a:r>
            <a:r>
              <a:rPr dirty="0" sz="3450" spc="-35">
                <a:solidFill>
                  <a:srgbClr val="594638"/>
                </a:solidFill>
              </a:rPr>
              <a:t> </a:t>
            </a:r>
            <a:r>
              <a:rPr dirty="0" sz="3450" spc="-425">
                <a:solidFill>
                  <a:srgbClr val="5D463A"/>
                </a:solidFill>
              </a:rPr>
              <a:t>†o</a:t>
            </a:r>
            <a:r>
              <a:rPr dirty="0" sz="3450" spc="-20">
                <a:solidFill>
                  <a:srgbClr val="5D463A"/>
                </a:solidFill>
              </a:rPr>
              <a:t> </a:t>
            </a:r>
            <a:r>
              <a:rPr dirty="0" sz="3450" spc="-185">
                <a:solidFill>
                  <a:srgbClr val="5D463A"/>
                </a:solidFill>
              </a:rPr>
              <a:t>†ake</a:t>
            </a:r>
            <a:r>
              <a:rPr dirty="0" sz="3450" spc="60">
                <a:solidFill>
                  <a:srgbClr val="5D463A"/>
                </a:solidFill>
              </a:rPr>
              <a:t> </a:t>
            </a:r>
            <a:r>
              <a:rPr dirty="0" sz="3450" spc="55">
                <a:solidFill>
                  <a:srgbClr val="4F342A"/>
                </a:solidFill>
              </a:rPr>
              <a:t>a</a:t>
            </a:r>
            <a:r>
              <a:rPr dirty="0" sz="3450" spc="-10">
                <a:solidFill>
                  <a:srgbClr val="4F342A"/>
                </a:solidFill>
              </a:rPr>
              <a:t> </a:t>
            </a:r>
            <a:r>
              <a:rPr dirty="0" sz="3450" spc="-280">
                <a:solidFill>
                  <a:srgbClr val="5D362F"/>
                </a:solidFill>
              </a:rPr>
              <a:t>bi†e?</a:t>
            </a:r>
            <a:endParaRPr sz="3450"/>
          </a:p>
        </p:txBody>
      </p:sp>
      <p:sp>
        <p:nvSpPr>
          <p:cNvPr id="3" name="object 3" descr=""/>
          <p:cNvSpPr txBox="1"/>
          <p:nvPr/>
        </p:nvSpPr>
        <p:spPr>
          <a:xfrm>
            <a:off x="8525676" y="6571523"/>
            <a:ext cx="3004185" cy="12674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7145">
              <a:lnSpc>
                <a:spcPct val="100000"/>
              </a:lnSpc>
              <a:spcBef>
                <a:spcPts val="95"/>
              </a:spcBef>
            </a:pPr>
            <a:r>
              <a:rPr dirty="0" sz="2450" spc="-75">
                <a:solidFill>
                  <a:srgbClr val="212121"/>
                </a:solidFill>
                <a:latin typeface="Arial MT"/>
                <a:cs typeface="Arial MT"/>
              </a:rPr>
              <a:t>Rinzin</a:t>
            </a:r>
            <a:r>
              <a:rPr dirty="0" sz="2450" spc="-6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1A1A1A"/>
                </a:solidFill>
                <a:latin typeface="Arial MT"/>
                <a:cs typeface="Arial MT"/>
              </a:rPr>
              <a:t>Sherpa</a:t>
            </a:r>
            <a:endParaRPr sz="2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24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2300" spc="-10">
                <a:solidFill>
                  <a:srgbClr val="1A1A1A"/>
                </a:solidFill>
                <a:latin typeface="Trebuchet MS"/>
                <a:cs typeface="Trebuchet MS"/>
                <a:hlinkClick r:id="rId2"/>
              </a:rPr>
              <a:t>rinzin@streetbite.a</a:t>
            </a:r>
            <a:r>
              <a:rPr dirty="0" sz="2300" spc="-10">
                <a:solidFill>
                  <a:srgbClr val="262626"/>
                </a:solidFill>
                <a:latin typeface="Trebuchet MS"/>
                <a:cs typeface="Trebuchet MS"/>
              </a:rPr>
              <a:t>pp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58085" y="6993242"/>
            <a:ext cx="18267045" cy="0"/>
          </a:xfrm>
          <a:custGeom>
            <a:avLst/>
            <a:gdLst/>
            <a:ahLst/>
            <a:cxnLst/>
            <a:rect l="l" t="t" r="r" b="b"/>
            <a:pathLst>
              <a:path w="18267045" h="0">
                <a:moveTo>
                  <a:pt x="0" y="0"/>
                </a:moveTo>
                <a:lnTo>
                  <a:pt x="18266460" y="0"/>
                </a:lnTo>
              </a:path>
            </a:pathLst>
          </a:custGeom>
          <a:ln w="23559">
            <a:solidFill>
              <a:srgbClr val="7474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958085" y="5721029"/>
            <a:ext cx="18267045" cy="0"/>
          </a:xfrm>
          <a:custGeom>
            <a:avLst/>
            <a:gdLst/>
            <a:ahLst/>
            <a:cxnLst/>
            <a:rect l="l" t="t" r="r" b="b"/>
            <a:pathLst>
              <a:path w="18267045" h="0">
                <a:moveTo>
                  <a:pt x="0" y="0"/>
                </a:moveTo>
                <a:lnTo>
                  <a:pt x="18266460" y="0"/>
                </a:lnTo>
              </a:path>
            </a:pathLst>
          </a:custGeom>
          <a:ln w="23559">
            <a:solidFill>
              <a:srgbClr val="777464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6673" y="5999817"/>
            <a:ext cx="1413569" cy="785316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6673" y="7272029"/>
            <a:ext cx="1413569" cy="78531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6673" y="4727604"/>
            <a:ext cx="1413569" cy="78531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1086" rIns="0" bIns="0" rtlCol="0" vert="horz">
            <a:spAutoFit/>
          </a:bodyPr>
          <a:lstStyle/>
          <a:p>
            <a:pPr marL="4445">
              <a:lnSpc>
                <a:spcPct val="100000"/>
              </a:lnSpc>
              <a:spcBef>
                <a:spcPts val="90"/>
              </a:spcBef>
            </a:pPr>
            <a:r>
              <a:rPr dirty="0" spc="135">
                <a:solidFill>
                  <a:srgbClr val="D84915"/>
                </a:solidFill>
              </a:rPr>
              <a:t>Imoge</a:t>
            </a:r>
            <a:r>
              <a:rPr dirty="0" spc="275">
                <a:solidFill>
                  <a:srgbClr val="D84915"/>
                </a:solidFill>
              </a:rPr>
              <a:t> </a:t>
            </a:r>
            <a:r>
              <a:rPr dirty="0" spc="125"/>
              <a:t>Sources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2708337" y="4746971"/>
            <a:ext cx="6177915" cy="6915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400" spc="-10">
                <a:solidFill>
                  <a:srgbClr val="181818"/>
                </a:solidFill>
                <a:latin typeface="Arial MT"/>
                <a:cs typeface="Arial MT"/>
              </a:rPr>
              <a:t>hffps://media.croiyon.com/2025•04•06/52_eI•IwNKRtObGAo1ImutIwwebp</a:t>
            </a:r>
            <a:endParaRPr sz="140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  <a:spcBef>
                <a:spcPts val="1385"/>
              </a:spcBef>
            </a:pPr>
            <a:r>
              <a:rPr dirty="0" sz="1800" spc="-45">
                <a:solidFill>
                  <a:srgbClr val="1D1D1D"/>
                </a:solidFill>
                <a:latin typeface="Arial MT"/>
                <a:cs typeface="Arial MT"/>
              </a:rPr>
              <a:t>Source:</a:t>
            </a:r>
            <a:r>
              <a:rPr dirty="0" sz="1800" spc="-4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23DD1"/>
                </a:solidFill>
                <a:latin typeface="Arial MT"/>
                <a:cs typeface="Arial MT"/>
                <a:hlinkClick r:id="rId5"/>
              </a:rPr>
              <a:t>www.craiyon.com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708337" y="6019184"/>
            <a:ext cx="7086600" cy="6915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400">
                <a:solidFill>
                  <a:srgbClr val="1A1A1A"/>
                </a:solidFill>
                <a:latin typeface="Arial MT"/>
                <a:cs typeface="Arial MT"/>
                <a:hlinkClick r:id="rId6"/>
              </a:rPr>
              <a:t>hftps://www.thepockobIeIife.com/wp-</a:t>
            </a:r>
            <a:r>
              <a:rPr dirty="0" sz="1400" spc="-10">
                <a:solidFill>
                  <a:srgbClr val="1A1A1A"/>
                </a:solidFill>
                <a:latin typeface="Arial MT"/>
                <a:cs typeface="Arial MT"/>
                <a:hlinkClick r:id="rId6"/>
              </a:rPr>
              <a:t>content/uploads/2023/04/osoko&lt;treet•food.jpg</a:t>
            </a:r>
            <a:endParaRPr sz="1400">
              <a:latin typeface="Arial MT"/>
              <a:cs typeface="Arial MT"/>
            </a:endParaRPr>
          </a:p>
          <a:p>
            <a:pPr marL="21590">
              <a:lnSpc>
                <a:spcPct val="100000"/>
              </a:lnSpc>
              <a:spcBef>
                <a:spcPts val="1385"/>
              </a:spcBef>
            </a:pPr>
            <a:r>
              <a:rPr dirty="0" sz="1800" spc="-50">
                <a:solidFill>
                  <a:srgbClr val="161616"/>
                </a:solidFill>
                <a:latin typeface="Arial MT"/>
                <a:cs typeface="Arial MT"/>
              </a:rPr>
              <a:t>Source:</a:t>
            </a:r>
            <a:r>
              <a:rPr dirty="0" sz="1800" spc="-7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5449BC"/>
                </a:solidFill>
                <a:latin typeface="Arial MT"/>
                <a:cs typeface="Arial MT"/>
                <a:hlinkClick r:id="rId7"/>
              </a:rPr>
              <a:t>www.thepockabIeIife.com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704862" y="7275035"/>
            <a:ext cx="16412210" cy="708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125">
                <a:solidFill>
                  <a:srgbClr val="161616"/>
                </a:solidFill>
                <a:latin typeface="Consolas"/>
                <a:cs typeface="Consolas"/>
              </a:rPr>
              <a:t>hWps://toticvec</a:t>
            </a:r>
            <a:r>
              <a:rPr dirty="0" sz="1550" spc="135">
                <a:solidFill>
                  <a:srgbClr val="161616"/>
                </a:solidFill>
                <a:latin typeface="Consolas"/>
                <a:cs typeface="Consolas"/>
              </a:rPr>
              <a:t>  </a:t>
            </a:r>
            <a:r>
              <a:rPr dirty="0" sz="1550" spc="-90">
                <a:solidFill>
                  <a:srgbClr val="161616"/>
                </a:solidFill>
                <a:latin typeface="Consolas"/>
                <a:cs typeface="Consolas"/>
              </a:rPr>
              <a:t>ezycom/system/resources/thumbnoil/071/751/808/mof/threefloppy-womenfñendven)oyng-tocovondWrinkvo*-o-ybrontoutdooratr+foodmork•/-on-o-</a:t>
            </a:r>
            <a:r>
              <a:rPr dirty="0" sz="1550" spc="-10">
                <a:solidFill>
                  <a:srgbClr val="161616"/>
                </a:solidFill>
                <a:latin typeface="Consolas"/>
                <a:cs typeface="Consolas"/>
              </a:rPr>
              <a:t>sunnydoyphoto]peg</a:t>
            </a:r>
            <a:endParaRPr sz="1550">
              <a:latin typeface="Consolas"/>
              <a:cs typeface="Consolas"/>
            </a:endParaRPr>
          </a:p>
          <a:p>
            <a:pPr marL="19050">
              <a:lnSpc>
                <a:spcPct val="100000"/>
              </a:lnSpc>
              <a:spcBef>
                <a:spcPts val="1664"/>
              </a:spcBef>
            </a:pPr>
            <a:r>
              <a:rPr dirty="0" sz="1550" spc="55">
                <a:solidFill>
                  <a:srgbClr val="1D1D1D"/>
                </a:solidFill>
                <a:latin typeface="Arial MT"/>
                <a:cs typeface="Arial MT"/>
              </a:rPr>
              <a:t>Source:</a:t>
            </a:r>
            <a:r>
              <a:rPr dirty="0" sz="1550" spc="15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1550" spc="80">
                <a:solidFill>
                  <a:srgbClr val="4F46D4"/>
                </a:solidFill>
                <a:latin typeface="Arial MT"/>
                <a:cs typeface="Arial MT"/>
                <a:hlinkClick r:id="rId8"/>
              </a:rPr>
              <a:t>www.vecteezy.com</a:t>
            </a:r>
            <a:endParaRPr sz="1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2025-12-09T20:17:04Z</dcterms:created>
  <dcterms:modified xsi:type="dcterms:W3CDTF">2025-12-09T20:17:04Z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2025-12-04T00:00:00Z</vt:filetime>
  </property>
  <property fmtid="{D5CDD505-2E9C-101B-9397-08002B2CF9AE}" pid="3" name="LastSaved">
    <vt:filetime>2025-12-09T00:00:00Z</vt:filetime>
  </property>
</Properties>
</file>