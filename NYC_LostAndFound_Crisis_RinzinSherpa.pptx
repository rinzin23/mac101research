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94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5570BFF-CC3B-4636-8D87-116303CEB76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426E6EE-F79D-4F98-A5B0-F4160C74DF97}">
      <dgm:prSet/>
      <dgm:spPr/>
      <dgm:t>
        <a:bodyPr/>
        <a:lstStyle/>
        <a:p>
          <a:r>
            <a:rPr lang="en-US"/>
            <a:t>• People lose passports, IDs, bank cards, and important documents.</a:t>
          </a:r>
        </a:p>
      </dgm:t>
    </dgm:pt>
    <dgm:pt modelId="{DE8D7CEE-7EE4-48A7-B5B4-57E95174B5F9}" type="parTrans" cxnId="{24683205-9C28-4FFF-A5D1-444CEA0DE4E4}">
      <dgm:prSet/>
      <dgm:spPr/>
      <dgm:t>
        <a:bodyPr/>
        <a:lstStyle/>
        <a:p>
          <a:endParaRPr lang="en-US"/>
        </a:p>
      </dgm:t>
    </dgm:pt>
    <dgm:pt modelId="{E866F69A-38F8-4AA1-B9BB-3A464459FB0D}" type="sibTrans" cxnId="{24683205-9C28-4FFF-A5D1-444CEA0DE4E4}">
      <dgm:prSet/>
      <dgm:spPr/>
      <dgm:t>
        <a:bodyPr/>
        <a:lstStyle/>
        <a:p>
          <a:endParaRPr lang="en-US"/>
        </a:p>
      </dgm:t>
    </dgm:pt>
    <dgm:pt modelId="{167082CD-F8AC-4E72-85DD-7949A2ED0A3C}">
      <dgm:prSet/>
      <dgm:spPr/>
      <dgm:t>
        <a:bodyPr/>
        <a:lstStyle/>
        <a:p>
          <a:r>
            <a:rPr lang="en-US"/>
            <a:t>• Tourists get stuck without money or directions.</a:t>
          </a:r>
        </a:p>
      </dgm:t>
    </dgm:pt>
    <dgm:pt modelId="{3CE587FA-55DE-4101-8C9C-A39B94E24032}" type="parTrans" cxnId="{AF6C4D36-BA28-4EC4-BB75-3E4F6A1B93DB}">
      <dgm:prSet/>
      <dgm:spPr/>
      <dgm:t>
        <a:bodyPr/>
        <a:lstStyle/>
        <a:p>
          <a:endParaRPr lang="en-US"/>
        </a:p>
      </dgm:t>
    </dgm:pt>
    <dgm:pt modelId="{77611E9A-1D1B-4F45-98A8-01901117F9CD}" type="sibTrans" cxnId="{AF6C4D36-BA28-4EC4-BB75-3E4F6A1B93DB}">
      <dgm:prSet/>
      <dgm:spPr/>
      <dgm:t>
        <a:bodyPr/>
        <a:lstStyle/>
        <a:p>
          <a:endParaRPr lang="en-US"/>
        </a:p>
      </dgm:t>
    </dgm:pt>
    <dgm:pt modelId="{0FF43D5C-0654-4645-81F0-26833B421AF1}">
      <dgm:prSet/>
      <dgm:spPr/>
      <dgm:t>
        <a:bodyPr/>
        <a:lstStyle/>
        <a:p>
          <a:r>
            <a:rPr lang="en-US"/>
            <a:t>• Students and workers lose laptops and devices.</a:t>
          </a:r>
        </a:p>
      </dgm:t>
    </dgm:pt>
    <dgm:pt modelId="{30CE2AC8-4E51-4D0C-A1D4-1E444B383077}" type="parTrans" cxnId="{3EA85C72-6603-4687-BA23-95047F924CCF}">
      <dgm:prSet/>
      <dgm:spPr/>
      <dgm:t>
        <a:bodyPr/>
        <a:lstStyle/>
        <a:p>
          <a:endParaRPr lang="en-US"/>
        </a:p>
      </dgm:t>
    </dgm:pt>
    <dgm:pt modelId="{706386C4-6B5F-435E-B3BC-C13B47365D8C}" type="sibTrans" cxnId="{3EA85C72-6603-4687-BA23-95047F924CCF}">
      <dgm:prSet/>
      <dgm:spPr/>
      <dgm:t>
        <a:bodyPr/>
        <a:lstStyle/>
        <a:p>
          <a:endParaRPr lang="en-US"/>
        </a:p>
      </dgm:t>
    </dgm:pt>
    <dgm:pt modelId="{52CF4265-E609-4454-B29E-5CB34751FABE}">
      <dgm:prSet/>
      <dgm:spPr/>
      <dgm:t>
        <a:bodyPr/>
        <a:lstStyle/>
        <a:p>
          <a:r>
            <a:rPr lang="en-US"/>
            <a:t>• Time, money, and emotional energy are wasted trying to find items.</a:t>
          </a:r>
        </a:p>
      </dgm:t>
    </dgm:pt>
    <dgm:pt modelId="{6FC793FF-8A5D-4BB0-964F-5A2D47FB09B1}" type="parTrans" cxnId="{FF469815-CACE-4266-960A-A5FA67C1B6DB}">
      <dgm:prSet/>
      <dgm:spPr/>
      <dgm:t>
        <a:bodyPr/>
        <a:lstStyle/>
        <a:p>
          <a:endParaRPr lang="en-US"/>
        </a:p>
      </dgm:t>
    </dgm:pt>
    <dgm:pt modelId="{4A51324B-32F3-4E8C-B0DF-4843F285D06A}" type="sibTrans" cxnId="{FF469815-CACE-4266-960A-A5FA67C1B6DB}">
      <dgm:prSet/>
      <dgm:spPr/>
      <dgm:t>
        <a:bodyPr/>
        <a:lstStyle/>
        <a:p>
          <a:endParaRPr lang="en-US"/>
        </a:p>
      </dgm:t>
    </dgm:pt>
    <dgm:pt modelId="{1767884C-E4EC-4768-902F-96DBC72231B6}" type="pres">
      <dgm:prSet presAssocID="{E5570BFF-CC3B-4636-8D87-116303CEB767}" presName="root" presStyleCnt="0">
        <dgm:presLayoutVars>
          <dgm:dir/>
          <dgm:resizeHandles val="exact"/>
        </dgm:presLayoutVars>
      </dgm:prSet>
      <dgm:spPr/>
    </dgm:pt>
    <dgm:pt modelId="{3A8F7629-601F-4665-ACA2-9C0EB4B92DF5}" type="pres">
      <dgm:prSet presAssocID="{8426E6EE-F79D-4F98-A5B0-F4160C74DF97}" presName="compNode" presStyleCnt="0"/>
      <dgm:spPr/>
    </dgm:pt>
    <dgm:pt modelId="{73DF0818-45D1-433E-8CE5-5F821AFD4623}" type="pres">
      <dgm:prSet presAssocID="{8426E6EE-F79D-4F98-A5B0-F4160C74DF97}" presName="bgRect" presStyleLbl="bgShp" presStyleIdx="0" presStyleCnt="4"/>
      <dgm:spPr/>
    </dgm:pt>
    <dgm:pt modelId="{FF75EBFD-E955-42AE-AB74-9659793D1259}" type="pres">
      <dgm:prSet presAssocID="{8426E6EE-F79D-4F98-A5B0-F4160C74DF9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edit card"/>
        </a:ext>
      </dgm:extLst>
    </dgm:pt>
    <dgm:pt modelId="{1E8F6E89-45F8-48FA-8073-20DAC0594885}" type="pres">
      <dgm:prSet presAssocID="{8426E6EE-F79D-4F98-A5B0-F4160C74DF97}" presName="spaceRect" presStyleCnt="0"/>
      <dgm:spPr/>
    </dgm:pt>
    <dgm:pt modelId="{9971B4AC-C80E-4BE0-8567-11649DA38217}" type="pres">
      <dgm:prSet presAssocID="{8426E6EE-F79D-4F98-A5B0-F4160C74DF97}" presName="parTx" presStyleLbl="revTx" presStyleIdx="0" presStyleCnt="4">
        <dgm:presLayoutVars>
          <dgm:chMax val="0"/>
          <dgm:chPref val="0"/>
        </dgm:presLayoutVars>
      </dgm:prSet>
      <dgm:spPr/>
    </dgm:pt>
    <dgm:pt modelId="{721EA3D5-23B9-4A51-9D8D-E98B7DFE3EE2}" type="pres">
      <dgm:prSet presAssocID="{E866F69A-38F8-4AA1-B9BB-3A464459FB0D}" presName="sibTrans" presStyleCnt="0"/>
      <dgm:spPr/>
    </dgm:pt>
    <dgm:pt modelId="{CF7F37CA-49F0-429E-8965-932F77BE9DCF}" type="pres">
      <dgm:prSet presAssocID="{167082CD-F8AC-4E72-85DD-7949A2ED0A3C}" presName="compNode" presStyleCnt="0"/>
      <dgm:spPr/>
    </dgm:pt>
    <dgm:pt modelId="{919B5C9E-B619-4E80-B6C3-DC048FFF29FE}" type="pres">
      <dgm:prSet presAssocID="{167082CD-F8AC-4E72-85DD-7949A2ED0A3C}" presName="bgRect" presStyleLbl="bgShp" presStyleIdx="1" presStyleCnt="4"/>
      <dgm:spPr/>
    </dgm:pt>
    <dgm:pt modelId="{9A8DCF8E-51CA-45ED-8BBC-7FDEC93CAC88}" type="pres">
      <dgm:prSet presAssocID="{167082CD-F8AC-4E72-85DD-7949A2ED0A3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uro"/>
        </a:ext>
      </dgm:extLst>
    </dgm:pt>
    <dgm:pt modelId="{3C73CDBA-547C-4A74-A6C9-CE16236F0269}" type="pres">
      <dgm:prSet presAssocID="{167082CD-F8AC-4E72-85DD-7949A2ED0A3C}" presName="spaceRect" presStyleCnt="0"/>
      <dgm:spPr/>
    </dgm:pt>
    <dgm:pt modelId="{981598CA-6A7C-455B-83DC-8440DCA8BBAD}" type="pres">
      <dgm:prSet presAssocID="{167082CD-F8AC-4E72-85DD-7949A2ED0A3C}" presName="parTx" presStyleLbl="revTx" presStyleIdx="1" presStyleCnt="4">
        <dgm:presLayoutVars>
          <dgm:chMax val="0"/>
          <dgm:chPref val="0"/>
        </dgm:presLayoutVars>
      </dgm:prSet>
      <dgm:spPr/>
    </dgm:pt>
    <dgm:pt modelId="{85C01F91-3E22-468C-8C21-FC3C58036381}" type="pres">
      <dgm:prSet presAssocID="{77611E9A-1D1B-4F45-98A8-01901117F9CD}" presName="sibTrans" presStyleCnt="0"/>
      <dgm:spPr/>
    </dgm:pt>
    <dgm:pt modelId="{AB5B0E77-B1CD-4C71-BB15-106C04AAB3EF}" type="pres">
      <dgm:prSet presAssocID="{0FF43D5C-0654-4645-81F0-26833B421AF1}" presName="compNode" presStyleCnt="0"/>
      <dgm:spPr/>
    </dgm:pt>
    <dgm:pt modelId="{02965687-C2F2-4DC9-B59E-736BB9965471}" type="pres">
      <dgm:prSet presAssocID="{0FF43D5C-0654-4645-81F0-26833B421AF1}" presName="bgRect" presStyleLbl="bgShp" presStyleIdx="2" presStyleCnt="4"/>
      <dgm:spPr/>
    </dgm:pt>
    <dgm:pt modelId="{B9B3B78D-C474-4B17-876A-3347E2A36C08}" type="pres">
      <dgm:prSet presAssocID="{0FF43D5C-0654-4645-81F0-26833B421AF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BD25F982-3168-4DF1-A316-01FC416FF8DC}" type="pres">
      <dgm:prSet presAssocID="{0FF43D5C-0654-4645-81F0-26833B421AF1}" presName="spaceRect" presStyleCnt="0"/>
      <dgm:spPr/>
    </dgm:pt>
    <dgm:pt modelId="{64B951E2-B3E2-4002-A18C-133B5522B84E}" type="pres">
      <dgm:prSet presAssocID="{0FF43D5C-0654-4645-81F0-26833B421AF1}" presName="parTx" presStyleLbl="revTx" presStyleIdx="2" presStyleCnt="4">
        <dgm:presLayoutVars>
          <dgm:chMax val="0"/>
          <dgm:chPref val="0"/>
        </dgm:presLayoutVars>
      </dgm:prSet>
      <dgm:spPr/>
    </dgm:pt>
    <dgm:pt modelId="{B3056F63-5EFA-496A-A33A-A9D0A8700F09}" type="pres">
      <dgm:prSet presAssocID="{706386C4-6B5F-435E-B3BC-C13B47365D8C}" presName="sibTrans" presStyleCnt="0"/>
      <dgm:spPr/>
    </dgm:pt>
    <dgm:pt modelId="{4F13176F-A80E-41EA-87A7-7D8E63993AC4}" type="pres">
      <dgm:prSet presAssocID="{52CF4265-E609-4454-B29E-5CB34751FABE}" presName="compNode" presStyleCnt="0"/>
      <dgm:spPr/>
    </dgm:pt>
    <dgm:pt modelId="{E197D536-D252-4ED3-83CB-02834C78573C}" type="pres">
      <dgm:prSet presAssocID="{52CF4265-E609-4454-B29E-5CB34751FABE}" presName="bgRect" presStyleLbl="bgShp" presStyleIdx="3" presStyleCnt="4"/>
      <dgm:spPr/>
    </dgm:pt>
    <dgm:pt modelId="{95239042-8053-4742-B96D-082C61D8E006}" type="pres">
      <dgm:prSet presAssocID="{52CF4265-E609-4454-B29E-5CB34751FAB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rson with Idea"/>
        </a:ext>
      </dgm:extLst>
    </dgm:pt>
    <dgm:pt modelId="{F8818185-A344-42FC-8F76-794E23B98319}" type="pres">
      <dgm:prSet presAssocID="{52CF4265-E609-4454-B29E-5CB34751FABE}" presName="spaceRect" presStyleCnt="0"/>
      <dgm:spPr/>
    </dgm:pt>
    <dgm:pt modelId="{CB803C10-7FC2-4637-B50D-2B7EFC0E915D}" type="pres">
      <dgm:prSet presAssocID="{52CF4265-E609-4454-B29E-5CB34751FABE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24683205-9C28-4FFF-A5D1-444CEA0DE4E4}" srcId="{E5570BFF-CC3B-4636-8D87-116303CEB767}" destId="{8426E6EE-F79D-4F98-A5B0-F4160C74DF97}" srcOrd="0" destOrd="0" parTransId="{DE8D7CEE-7EE4-48A7-B5B4-57E95174B5F9}" sibTransId="{E866F69A-38F8-4AA1-B9BB-3A464459FB0D}"/>
    <dgm:cxn modelId="{5A5F4C12-96E4-4BF8-BF40-9FB8751E992C}" type="presOf" srcId="{52CF4265-E609-4454-B29E-5CB34751FABE}" destId="{CB803C10-7FC2-4637-B50D-2B7EFC0E915D}" srcOrd="0" destOrd="0" presId="urn:microsoft.com/office/officeart/2018/2/layout/IconVerticalSolidList"/>
    <dgm:cxn modelId="{FF469815-CACE-4266-960A-A5FA67C1B6DB}" srcId="{E5570BFF-CC3B-4636-8D87-116303CEB767}" destId="{52CF4265-E609-4454-B29E-5CB34751FABE}" srcOrd="3" destOrd="0" parTransId="{6FC793FF-8A5D-4BB0-964F-5A2D47FB09B1}" sibTransId="{4A51324B-32F3-4E8C-B0DF-4843F285D06A}"/>
    <dgm:cxn modelId="{AF6C4D36-BA28-4EC4-BB75-3E4F6A1B93DB}" srcId="{E5570BFF-CC3B-4636-8D87-116303CEB767}" destId="{167082CD-F8AC-4E72-85DD-7949A2ED0A3C}" srcOrd="1" destOrd="0" parTransId="{3CE587FA-55DE-4101-8C9C-A39B94E24032}" sibTransId="{77611E9A-1D1B-4F45-98A8-01901117F9CD}"/>
    <dgm:cxn modelId="{3EA85C72-6603-4687-BA23-95047F924CCF}" srcId="{E5570BFF-CC3B-4636-8D87-116303CEB767}" destId="{0FF43D5C-0654-4645-81F0-26833B421AF1}" srcOrd="2" destOrd="0" parTransId="{30CE2AC8-4E51-4D0C-A1D4-1E444B383077}" sibTransId="{706386C4-6B5F-435E-B3BC-C13B47365D8C}"/>
    <dgm:cxn modelId="{E8EA587A-6BCA-4C3E-99B1-D7A521F0300E}" type="presOf" srcId="{167082CD-F8AC-4E72-85DD-7949A2ED0A3C}" destId="{981598CA-6A7C-455B-83DC-8440DCA8BBAD}" srcOrd="0" destOrd="0" presId="urn:microsoft.com/office/officeart/2018/2/layout/IconVerticalSolidList"/>
    <dgm:cxn modelId="{1A2DD97D-2E3D-4F87-B39F-00DE0394698F}" type="presOf" srcId="{8426E6EE-F79D-4F98-A5B0-F4160C74DF97}" destId="{9971B4AC-C80E-4BE0-8567-11649DA38217}" srcOrd="0" destOrd="0" presId="urn:microsoft.com/office/officeart/2018/2/layout/IconVerticalSolidList"/>
    <dgm:cxn modelId="{CF4C4F89-0E7C-46E0-8F65-FADE06A10793}" type="presOf" srcId="{E5570BFF-CC3B-4636-8D87-116303CEB767}" destId="{1767884C-E4EC-4768-902F-96DBC72231B6}" srcOrd="0" destOrd="0" presId="urn:microsoft.com/office/officeart/2018/2/layout/IconVerticalSolidList"/>
    <dgm:cxn modelId="{223A98E8-A96C-4CF2-B4EC-7A0D74EF033D}" type="presOf" srcId="{0FF43D5C-0654-4645-81F0-26833B421AF1}" destId="{64B951E2-B3E2-4002-A18C-133B5522B84E}" srcOrd="0" destOrd="0" presId="urn:microsoft.com/office/officeart/2018/2/layout/IconVerticalSolidList"/>
    <dgm:cxn modelId="{B24D1741-150E-4CC6-8F4A-22AAE6A87D53}" type="presParOf" srcId="{1767884C-E4EC-4768-902F-96DBC72231B6}" destId="{3A8F7629-601F-4665-ACA2-9C0EB4B92DF5}" srcOrd="0" destOrd="0" presId="urn:microsoft.com/office/officeart/2018/2/layout/IconVerticalSolidList"/>
    <dgm:cxn modelId="{E733AF97-6B94-4268-8B68-24583AAF3BF9}" type="presParOf" srcId="{3A8F7629-601F-4665-ACA2-9C0EB4B92DF5}" destId="{73DF0818-45D1-433E-8CE5-5F821AFD4623}" srcOrd="0" destOrd="0" presId="urn:microsoft.com/office/officeart/2018/2/layout/IconVerticalSolidList"/>
    <dgm:cxn modelId="{1916DB6B-6624-402F-A5E5-7612D46A5E62}" type="presParOf" srcId="{3A8F7629-601F-4665-ACA2-9C0EB4B92DF5}" destId="{FF75EBFD-E955-42AE-AB74-9659793D1259}" srcOrd="1" destOrd="0" presId="urn:microsoft.com/office/officeart/2018/2/layout/IconVerticalSolidList"/>
    <dgm:cxn modelId="{669C0912-A880-421B-B102-E40AF43F696E}" type="presParOf" srcId="{3A8F7629-601F-4665-ACA2-9C0EB4B92DF5}" destId="{1E8F6E89-45F8-48FA-8073-20DAC0594885}" srcOrd="2" destOrd="0" presId="urn:microsoft.com/office/officeart/2018/2/layout/IconVerticalSolidList"/>
    <dgm:cxn modelId="{9896AC4F-81EC-4658-87EC-666A5B0B91C8}" type="presParOf" srcId="{3A8F7629-601F-4665-ACA2-9C0EB4B92DF5}" destId="{9971B4AC-C80E-4BE0-8567-11649DA38217}" srcOrd="3" destOrd="0" presId="urn:microsoft.com/office/officeart/2018/2/layout/IconVerticalSolidList"/>
    <dgm:cxn modelId="{29B0BFBE-DA85-4EB5-BC1C-24980CB0D36F}" type="presParOf" srcId="{1767884C-E4EC-4768-902F-96DBC72231B6}" destId="{721EA3D5-23B9-4A51-9D8D-E98B7DFE3EE2}" srcOrd="1" destOrd="0" presId="urn:microsoft.com/office/officeart/2018/2/layout/IconVerticalSolidList"/>
    <dgm:cxn modelId="{BE1E5955-17C7-446D-B35E-FFFEC6DE8F18}" type="presParOf" srcId="{1767884C-E4EC-4768-902F-96DBC72231B6}" destId="{CF7F37CA-49F0-429E-8965-932F77BE9DCF}" srcOrd="2" destOrd="0" presId="urn:microsoft.com/office/officeart/2018/2/layout/IconVerticalSolidList"/>
    <dgm:cxn modelId="{9BDFF72D-5123-4D34-9D50-371C4A1B28FF}" type="presParOf" srcId="{CF7F37CA-49F0-429E-8965-932F77BE9DCF}" destId="{919B5C9E-B619-4E80-B6C3-DC048FFF29FE}" srcOrd="0" destOrd="0" presId="urn:microsoft.com/office/officeart/2018/2/layout/IconVerticalSolidList"/>
    <dgm:cxn modelId="{03F59215-7FEB-4906-8A89-B390AC14947E}" type="presParOf" srcId="{CF7F37CA-49F0-429E-8965-932F77BE9DCF}" destId="{9A8DCF8E-51CA-45ED-8BBC-7FDEC93CAC88}" srcOrd="1" destOrd="0" presId="urn:microsoft.com/office/officeart/2018/2/layout/IconVerticalSolidList"/>
    <dgm:cxn modelId="{22D66CE9-ACE2-4E3A-92C3-0609A80C1572}" type="presParOf" srcId="{CF7F37CA-49F0-429E-8965-932F77BE9DCF}" destId="{3C73CDBA-547C-4A74-A6C9-CE16236F0269}" srcOrd="2" destOrd="0" presId="urn:microsoft.com/office/officeart/2018/2/layout/IconVerticalSolidList"/>
    <dgm:cxn modelId="{D87B5C46-1565-42A4-8EF7-5BEDC3CC77C5}" type="presParOf" srcId="{CF7F37CA-49F0-429E-8965-932F77BE9DCF}" destId="{981598CA-6A7C-455B-83DC-8440DCA8BBAD}" srcOrd="3" destOrd="0" presId="urn:microsoft.com/office/officeart/2018/2/layout/IconVerticalSolidList"/>
    <dgm:cxn modelId="{94D55295-2AD9-4CA7-AC6D-0619822205A8}" type="presParOf" srcId="{1767884C-E4EC-4768-902F-96DBC72231B6}" destId="{85C01F91-3E22-468C-8C21-FC3C58036381}" srcOrd="3" destOrd="0" presId="urn:microsoft.com/office/officeart/2018/2/layout/IconVerticalSolidList"/>
    <dgm:cxn modelId="{02CEA523-9058-444F-8D76-CBA09EF4C88C}" type="presParOf" srcId="{1767884C-E4EC-4768-902F-96DBC72231B6}" destId="{AB5B0E77-B1CD-4C71-BB15-106C04AAB3EF}" srcOrd="4" destOrd="0" presId="urn:microsoft.com/office/officeart/2018/2/layout/IconVerticalSolidList"/>
    <dgm:cxn modelId="{195D95F6-8CC1-48FA-A872-44BFA410B9A1}" type="presParOf" srcId="{AB5B0E77-B1CD-4C71-BB15-106C04AAB3EF}" destId="{02965687-C2F2-4DC9-B59E-736BB9965471}" srcOrd="0" destOrd="0" presId="urn:microsoft.com/office/officeart/2018/2/layout/IconVerticalSolidList"/>
    <dgm:cxn modelId="{52400EF4-2D6C-41B4-B257-25250B2AC2E7}" type="presParOf" srcId="{AB5B0E77-B1CD-4C71-BB15-106C04AAB3EF}" destId="{B9B3B78D-C474-4B17-876A-3347E2A36C08}" srcOrd="1" destOrd="0" presId="urn:microsoft.com/office/officeart/2018/2/layout/IconVerticalSolidList"/>
    <dgm:cxn modelId="{C72B7972-DDDF-4A94-A3EB-435F7F3BA2E7}" type="presParOf" srcId="{AB5B0E77-B1CD-4C71-BB15-106C04AAB3EF}" destId="{BD25F982-3168-4DF1-A316-01FC416FF8DC}" srcOrd="2" destOrd="0" presId="urn:microsoft.com/office/officeart/2018/2/layout/IconVerticalSolidList"/>
    <dgm:cxn modelId="{CE36826C-E884-4DD0-97EB-EBD8EFDF91AF}" type="presParOf" srcId="{AB5B0E77-B1CD-4C71-BB15-106C04AAB3EF}" destId="{64B951E2-B3E2-4002-A18C-133B5522B84E}" srcOrd="3" destOrd="0" presId="urn:microsoft.com/office/officeart/2018/2/layout/IconVerticalSolidList"/>
    <dgm:cxn modelId="{EA60A572-7DD1-4D31-972C-29564D53CF2A}" type="presParOf" srcId="{1767884C-E4EC-4768-902F-96DBC72231B6}" destId="{B3056F63-5EFA-496A-A33A-A9D0A8700F09}" srcOrd="5" destOrd="0" presId="urn:microsoft.com/office/officeart/2018/2/layout/IconVerticalSolidList"/>
    <dgm:cxn modelId="{4876C55A-239C-4636-B6B1-289424C905FD}" type="presParOf" srcId="{1767884C-E4EC-4768-902F-96DBC72231B6}" destId="{4F13176F-A80E-41EA-87A7-7D8E63993AC4}" srcOrd="6" destOrd="0" presId="urn:microsoft.com/office/officeart/2018/2/layout/IconVerticalSolidList"/>
    <dgm:cxn modelId="{F1D4AC54-50FF-4AF8-9E52-D8EDF7C2F94D}" type="presParOf" srcId="{4F13176F-A80E-41EA-87A7-7D8E63993AC4}" destId="{E197D536-D252-4ED3-83CB-02834C78573C}" srcOrd="0" destOrd="0" presId="urn:microsoft.com/office/officeart/2018/2/layout/IconVerticalSolidList"/>
    <dgm:cxn modelId="{33C8FC4E-86FA-4FE5-803B-1CB8835FB2E2}" type="presParOf" srcId="{4F13176F-A80E-41EA-87A7-7D8E63993AC4}" destId="{95239042-8053-4742-B96D-082C61D8E006}" srcOrd="1" destOrd="0" presId="urn:microsoft.com/office/officeart/2018/2/layout/IconVerticalSolidList"/>
    <dgm:cxn modelId="{459B1692-8F81-4D39-A284-2DC72FBFE41D}" type="presParOf" srcId="{4F13176F-A80E-41EA-87A7-7D8E63993AC4}" destId="{F8818185-A344-42FC-8F76-794E23B98319}" srcOrd="2" destOrd="0" presId="urn:microsoft.com/office/officeart/2018/2/layout/IconVerticalSolidList"/>
    <dgm:cxn modelId="{EFBFA76E-EEB8-47A4-9CD4-F954697DF1B8}" type="presParOf" srcId="{4F13176F-A80E-41EA-87A7-7D8E63993AC4}" destId="{CB803C10-7FC2-4637-B50D-2B7EFC0E915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1E7C732-3295-4DDB-A827-77DC4880D083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C589E27E-F850-414D-BA97-631E6B1667DA}">
      <dgm:prSet/>
      <dgm:spPr/>
      <dgm:t>
        <a:bodyPr/>
        <a:lstStyle/>
        <a:p>
          <a:r>
            <a:rPr lang="en-US"/>
            <a:t>• Fragmented: MTA, NYPD, taxi services, airports all separate.</a:t>
          </a:r>
        </a:p>
      </dgm:t>
    </dgm:pt>
    <dgm:pt modelId="{C8678DC0-8E70-45FF-85E0-30A18BDC5B3F}" type="parTrans" cxnId="{71D618B4-4794-4C8A-8B79-04DB31A3C85B}">
      <dgm:prSet/>
      <dgm:spPr/>
      <dgm:t>
        <a:bodyPr/>
        <a:lstStyle/>
        <a:p>
          <a:endParaRPr lang="en-US"/>
        </a:p>
      </dgm:t>
    </dgm:pt>
    <dgm:pt modelId="{188B8E55-8D42-4E01-A512-73257DADAD66}" type="sibTrans" cxnId="{71D618B4-4794-4C8A-8B79-04DB31A3C85B}">
      <dgm:prSet/>
      <dgm:spPr/>
      <dgm:t>
        <a:bodyPr/>
        <a:lstStyle/>
        <a:p>
          <a:endParaRPr lang="en-US"/>
        </a:p>
      </dgm:t>
    </dgm:pt>
    <dgm:pt modelId="{8EBD3529-AFC4-4FA2-B762-24C4B6E91E13}">
      <dgm:prSet/>
      <dgm:spPr/>
      <dgm:t>
        <a:bodyPr/>
        <a:lstStyle/>
        <a:p>
          <a:r>
            <a:rPr lang="en-US"/>
            <a:t>• Slow: many forms, phone calls, and waiting.</a:t>
          </a:r>
        </a:p>
      </dgm:t>
    </dgm:pt>
    <dgm:pt modelId="{0389DB99-85D4-4BE3-AF86-FDDF7B0CBAC8}" type="parTrans" cxnId="{B0B1A507-2D92-4BA1-A25B-0B2269468809}">
      <dgm:prSet/>
      <dgm:spPr/>
      <dgm:t>
        <a:bodyPr/>
        <a:lstStyle/>
        <a:p>
          <a:endParaRPr lang="en-US"/>
        </a:p>
      </dgm:t>
    </dgm:pt>
    <dgm:pt modelId="{44BC39B9-48EB-4810-B0BD-C6B78F457AF4}" type="sibTrans" cxnId="{B0B1A507-2D92-4BA1-A25B-0B2269468809}">
      <dgm:prSet/>
      <dgm:spPr/>
      <dgm:t>
        <a:bodyPr/>
        <a:lstStyle/>
        <a:p>
          <a:endParaRPr lang="en-US"/>
        </a:p>
      </dgm:t>
    </dgm:pt>
    <dgm:pt modelId="{01E1C324-C909-411E-914F-0C77871B4BF9}">
      <dgm:prSet/>
      <dgm:spPr/>
      <dgm:t>
        <a:bodyPr/>
        <a:lstStyle/>
        <a:p>
          <a:r>
            <a:rPr lang="en-US"/>
            <a:t>• No easy city-wide search engine.</a:t>
          </a:r>
        </a:p>
      </dgm:t>
    </dgm:pt>
    <dgm:pt modelId="{B91C8596-327A-44A0-8971-B93F7C69AC85}" type="parTrans" cxnId="{D423D7C7-E67E-4D94-9467-86BC69DD5CB5}">
      <dgm:prSet/>
      <dgm:spPr/>
      <dgm:t>
        <a:bodyPr/>
        <a:lstStyle/>
        <a:p>
          <a:endParaRPr lang="en-US"/>
        </a:p>
      </dgm:t>
    </dgm:pt>
    <dgm:pt modelId="{FE1CE2CA-9393-4DF5-A953-03D15B288505}" type="sibTrans" cxnId="{D423D7C7-E67E-4D94-9467-86BC69DD5CB5}">
      <dgm:prSet/>
      <dgm:spPr/>
      <dgm:t>
        <a:bodyPr/>
        <a:lstStyle/>
        <a:p>
          <a:endParaRPr lang="en-US"/>
        </a:p>
      </dgm:t>
    </dgm:pt>
    <dgm:pt modelId="{BDAB34F4-67FA-4D0D-9211-E705640E5ACC}">
      <dgm:prSet/>
      <dgm:spPr/>
      <dgm:t>
        <a:bodyPr/>
        <a:lstStyle/>
        <a:p>
          <a:r>
            <a:rPr lang="en-US"/>
            <a:t>• Poor communication between agencies.</a:t>
          </a:r>
        </a:p>
      </dgm:t>
    </dgm:pt>
    <dgm:pt modelId="{5FC0DA0A-034E-4325-8FF8-A808E184911B}" type="parTrans" cxnId="{1579E129-63CD-40A0-BBAD-F436C8BBF826}">
      <dgm:prSet/>
      <dgm:spPr/>
      <dgm:t>
        <a:bodyPr/>
        <a:lstStyle/>
        <a:p>
          <a:endParaRPr lang="en-US"/>
        </a:p>
      </dgm:t>
    </dgm:pt>
    <dgm:pt modelId="{D1C2CC84-BE1B-4252-886E-3092A30718D0}" type="sibTrans" cxnId="{1579E129-63CD-40A0-BBAD-F436C8BBF826}">
      <dgm:prSet/>
      <dgm:spPr/>
      <dgm:t>
        <a:bodyPr/>
        <a:lstStyle/>
        <a:p>
          <a:endParaRPr lang="en-US"/>
        </a:p>
      </dgm:t>
    </dgm:pt>
    <dgm:pt modelId="{81813260-7AB0-46F2-BFD9-3CDE378D2687}">
      <dgm:prSet/>
      <dgm:spPr/>
      <dgm:t>
        <a:bodyPr/>
        <a:lstStyle/>
        <a:p>
          <a:r>
            <a:rPr lang="en-US"/>
            <a:t>• Many items never return to their owners.</a:t>
          </a:r>
        </a:p>
      </dgm:t>
    </dgm:pt>
    <dgm:pt modelId="{5F9FE292-935D-4E42-B8A1-DF8CC405C216}" type="parTrans" cxnId="{1413130E-B834-4C9A-9B0A-EF8318331CA3}">
      <dgm:prSet/>
      <dgm:spPr/>
      <dgm:t>
        <a:bodyPr/>
        <a:lstStyle/>
        <a:p>
          <a:endParaRPr lang="en-US"/>
        </a:p>
      </dgm:t>
    </dgm:pt>
    <dgm:pt modelId="{D0DBBD00-5AA5-4A83-95EC-E7B3A7F0FE93}" type="sibTrans" cxnId="{1413130E-B834-4C9A-9B0A-EF8318331CA3}">
      <dgm:prSet/>
      <dgm:spPr/>
      <dgm:t>
        <a:bodyPr/>
        <a:lstStyle/>
        <a:p>
          <a:endParaRPr lang="en-US"/>
        </a:p>
      </dgm:t>
    </dgm:pt>
    <dgm:pt modelId="{3F82623B-53F3-4F43-B170-E3E09286B7C1}" type="pres">
      <dgm:prSet presAssocID="{71E7C732-3295-4DDB-A827-77DC4880D083}" presName="outerComposite" presStyleCnt="0">
        <dgm:presLayoutVars>
          <dgm:chMax val="5"/>
          <dgm:dir/>
          <dgm:resizeHandles val="exact"/>
        </dgm:presLayoutVars>
      </dgm:prSet>
      <dgm:spPr/>
    </dgm:pt>
    <dgm:pt modelId="{2C09914D-E2C3-4C97-A5BE-D175C33A767F}" type="pres">
      <dgm:prSet presAssocID="{71E7C732-3295-4DDB-A827-77DC4880D083}" presName="dummyMaxCanvas" presStyleCnt="0">
        <dgm:presLayoutVars/>
      </dgm:prSet>
      <dgm:spPr/>
    </dgm:pt>
    <dgm:pt modelId="{1DF98E8C-A73F-4F61-86C2-9DDCE36FB659}" type="pres">
      <dgm:prSet presAssocID="{71E7C732-3295-4DDB-A827-77DC4880D083}" presName="FiveNodes_1" presStyleLbl="node1" presStyleIdx="0" presStyleCnt="5">
        <dgm:presLayoutVars>
          <dgm:bulletEnabled val="1"/>
        </dgm:presLayoutVars>
      </dgm:prSet>
      <dgm:spPr/>
    </dgm:pt>
    <dgm:pt modelId="{C80D5CD4-2E4C-428C-A94E-EB4D060545DB}" type="pres">
      <dgm:prSet presAssocID="{71E7C732-3295-4DDB-A827-77DC4880D083}" presName="FiveNodes_2" presStyleLbl="node1" presStyleIdx="1" presStyleCnt="5">
        <dgm:presLayoutVars>
          <dgm:bulletEnabled val="1"/>
        </dgm:presLayoutVars>
      </dgm:prSet>
      <dgm:spPr/>
    </dgm:pt>
    <dgm:pt modelId="{53793085-9393-4E21-8869-9824F22BFF1C}" type="pres">
      <dgm:prSet presAssocID="{71E7C732-3295-4DDB-A827-77DC4880D083}" presName="FiveNodes_3" presStyleLbl="node1" presStyleIdx="2" presStyleCnt="5">
        <dgm:presLayoutVars>
          <dgm:bulletEnabled val="1"/>
        </dgm:presLayoutVars>
      </dgm:prSet>
      <dgm:spPr/>
    </dgm:pt>
    <dgm:pt modelId="{1E692A6F-9CC0-4A54-AA4E-8B8543F98669}" type="pres">
      <dgm:prSet presAssocID="{71E7C732-3295-4DDB-A827-77DC4880D083}" presName="FiveNodes_4" presStyleLbl="node1" presStyleIdx="3" presStyleCnt="5">
        <dgm:presLayoutVars>
          <dgm:bulletEnabled val="1"/>
        </dgm:presLayoutVars>
      </dgm:prSet>
      <dgm:spPr/>
    </dgm:pt>
    <dgm:pt modelId="{EC222AB3-78C0-4086-9DCB-547C4603A0CC}" type="pres">
      <dgm:prSet presAssocID="{71E7C732-3295-4DDB-A827-77DC4880D083}" presName="FiveNodes_5" presStyleLbl="node1" presStyleIdx="4" presStyleCnt="5">
        <dgm:presLayoutVars>
          <dgm:bulletEnabled val="1"/>
        </dgm:presLayoutVars>
      </dgm:prSet>
      <dgm:spPr/>
    </dgm:pt>
    <dgm:pt modelId="{00B9BBF9-2B01-40F0-B0E1-27B797F8A883}" type="pres">
      <dgm:prSet presAssocID="{71E7C732-3295-4DDB-A827-77DC4880D083}" presName="FiveConn_1-2" presStyleLbl="fgAccFollowNode1" presStyleIdx="0" presStyleCnt="4">
        <dgm:presLayoutVars>
          <dgm:bulletEnabled val="1"/>
        </dgm:presLayoutVars>
      </dgm:prSet>
      <dgm:spPr/>
    </dgm:pt>
    <dgm:pt modelId="{83F4BFEA-7EF0-49AD-BBB8-16A0D4FA5F8D}" type="pres">
      <dgm:prSet presAssocID="{71E7C732-3295-4DDB-A827-77DC4880D083}" presName="FiveConn_2-3" presStyleLbl="fgAccFollowNode1" presStyleIdx="1" presStyleCnt="4">
        <dgm:presLayoutVars>
          <dgm:bulletEnabled val="1"/>
        </dgm:presLayoutVars>
      </dgm:prSet>
      <dgm:spPr/>
    </dgm:pt>
    <dgm:pt modelId="{EB70295F-CAC7-4E91-A60A-AD9985C437F0}" type="pres">
      <dgm:prSet presAssocID="{71E7C732-3295-4DDB-A827-77DC4880D083}" presName="FiveConn_3-4" presStyleLbl="fgAccFollowNode1" presStyleIdx="2" presStyleCnt="4">
        <dgm:presLayoutVars>
          <dgm:bulletEnabled val="1"/>
        </dgm:presLayoutVars>
      </dgm:prSet>
      <dgm:spPr/>
    </dgm:pt>
    <dgm:pt modelId="{39C01080-D58B-49DB-902C-D50AF113A44C}" type="pres">
      <dgm:prSet presAssocID="{71E7C732-3295-4DDB-A827-77DC4880D083}" presName="FiveConn_4-5" presStyleLbl="fgAccFollowNode1" presStyleIdx="3" presStyleCnt="4">
        <dgm:presLayoutVars>
          <dgm:bulletEnabled val="1"/>
        </dgm:presLayoutVars>
      </dgm:prSet>
      <dgm:spPr/>
    </dgm:pt>
    <dgm:pt modelId="{0A919039-B3C2-4F29-887B-710276415A37}" type="pres">
      <dgm:prSet presAssocID="{71E7C732-3295-4DDB-A827-77DC4880D083}" presName="FiveNodes_1_text" presStyleLbl="node1" presStyleIdx="4" presStyleCnt="5">
        <dgm:presLayoutVars>
          <dgm:bulletEnabled val="1"/>
        </dgm:presLayoutVars>
      </dgm:prSet>
      <dgm:spPr/>
    </dgm:pt>
    <dgm:pt modelId="{695928F3-DF34-49F9-BEE8-442ED0BA0722}" type="pres">
      <dgm:prSet presAssocID="{71E7C732-3295-4DDB-A827-77DC4880D083}" presName="FiveNodes_2_text" presStyleLbl="node1" presStyleIdx="4" presStyleCnt="5">
        <dgm:presLayoutVars>
          <dgm:bulletEnabled val="1"/>
        </dgm:presLayoutVars>
      </dgm:prSet>
      <dgm:spPr/>
    </dgm:pt>
    <dgm:pt modelId="{D039D495-5254-46C9-BE97-F5E970B9BA22}" type="pres">
      <dgm:prSet presAssocID="{71E7C732-3295-4DDB-A827-77DC4880D083}" presName="FiveNodes_3_text" presStyleLbl="node1" presStyleIdx="4" presStyleCnt="5">
        <dgm:presLayoutVars>
          <dgm:bulletEnabled val="1"/>
        </dgm:presLayoutVars>
      </dgm:prSet>
      <dgm:spPr/>
    </dgm:pt>
    <dgm:pt modelId="{7CBEB898-D90B-459C-AC9A-1521FBB34061}" type="pres">
      <dgm:prSet presAssocID="{71E7C732-3295-4DDB-A827-77DC4880D083}" presName="FiveNodes_4_text" presStyleLbl="node1" presStyleIdx="4" presStyleCnt="5">
        <dgm:presLayoutVars>
          <dgm:bulletEnabled val="1"/>
        </dgm:presLayoutVars>
      </dgm:prSet>
      <dgm:spPr/>
    </dgm:pt>
    <dgm:pt modelId="{D9E6CF3C-761D-46F5-B06A-FBD4D9B1764E}" type="pres">
      <dgm:prSet presAssocID="{71E7C732-3295-4DDB-A827-77DC4880D083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BD748507-3C2A-4F8E-AFBA-C6F0F3450E4F}" type="presOf" srcId="{44BC39B9-48EB-4810-B0BD-C6B78F457AF4}" destId="{83F4BFEA-7EF0-49AD-BBB8-16A0D4FA5F8D}" srcOrd="0" destOrd="0" presId="urn:microsoft.com/office/officeart/2005/8/layout/vProcess5"/>
    <dgm:cxn modelId="{B0B1A507-2D92-4BA1-A25B-0B2269468809}" srcId="{71E7C732-3295-4DDB-A827-77DC4880D083}" destId="{8EBD3529-AFC4-4FA2-B762-24C4B6E91E13}" srcOrd="1" destOrd="0" parTransId="{0389DB99-85D4-4BE3-AF86-FDDF7B0CBAC8}" sibTransId="{44BC39B9-48EB-4810-B0BD-C6B78F457AF4}"/>
    <dgm:cxn modelId="{4AA2AE0A-0256-4D49-A50E-8F0191F91A31}" type="presOf" srcId="{71E7C732-3295-4DDB-A827-77DC4880D083}" destId="{3F82623B-53F3-4F43-B170-E3E09286B7C1}" srcOrd="0" destOrd="0" presId="urn:microsoft.com/office/officeart/2005/8/layout/vProcess5"/>
    <dgm:cxn modelId="{1413130E-B834-4C9A-9B0A-EF8318331CA3}" srcId="{71E7C732-3295-4DDB-A827-77DC4880D083}" destId="{81813260-7AB0-46F2-BFD9-3CDE378D2687}" srcOrd="4" destOrd="0" parTransId="{5F9FE292-935D-4E42-B8A1-DF8CC405C216}" sibTransId="{D0DBBD00-5AA5-4A83-95EC-E7B3A7F0FE93}"/>
    <dgm:cxn modelId="{CE321214-F990-4336-B2FB-FFE45B610C72}" type="presOf" srcId="{81813260-7AB0-46F2-BFD9-3CDE378D2687}" destId="{EC222AB3-78C0-4086-9DCB-547C4603A0CC}" srcOrd="0" destOrd="0" presId="urn:microsoft.com/office/officeart/2005/8/layout/vProcess5"/>
    <dgm:cxn modelId="{E2205020-A452-4A42-AAEF-0DE99123B070}" type="presOf" srcId="{D1C2CC84-BE1B-4252-886E-3092A30718D0}" destId="{39C01080-D58B-49DB-902C-D50AF113A44C}" srcOrd="0" destOrd="0" presId="urn:microsoft.com/office/officeart/2005/8/layout/vProcess5"/>
    <dgm:cxn modelId="{A2700A25-89F6-46AD-B98F-793108F7E56A}" type="presOf" srcId="{C589E27E-F850-414D-BA97-631E6B1667DA}" destId="{0A919039-B3C2-4F29-887B-710276415A37}" srcOrd="1" destOrd="0" presId="urn:microsoft.com/office/officeart/2005/8/layout/vProcess5"/>
    <dgm:cxn modelId="{1579E129-63CD-40A0-BBAD-F436C8BBF826}" srcId="{71E7C732-3295-4DDB-A827-77DC4880D083}" destId="{BDAB34F4-67FA-4D0D-9211-E705640E5ACC}" srcOrd="3" destOrd="0" parTransId="{5FC0DA0A-034E-4325-8FF8-A808E184911B}" sibTransId="{D1C2CC84-BE1B-4252-886E-3092A30718D0}"/>
    <dgm:cxn modelId="{5EF9FF64-530E-49E0-97AE-C9D71DE12DEF}" type="presOf" srcId="{01E1C324-C909-411E-914F-0C77871B4BF9}" destId="{53793085-9393-4E21-8869-9824F22BFF1C}" srcOrd="0" destOrd="0" presId="urn:microsoft.com/office/officeart/2005/8/layout/vProcess5"/>
    <dgm:cxn modelId="{37530065-9182-4B8D-849A-C2154FED76EA}" type="presOf" srcId="{8EBD3529-AFC4-4FA2-B762-24C4B6E91E13}" destId="{C80D5CD4-2E4C-428C-A94E-EB4D060545DB}" srcOrd="0" destOrd="0" presId="urn:microsoft.com/office/officeart/2005/8/layout/vProcess5"/>
    <dgm:cxn modelId="{34C89966-E207-434B-AA43-107BBBF09C61}" type="presOf" srcId="{C589E27E-F850-414D-BA97-631E6B1667DA}" destId="{1DF98E8C-A73F-4F61-86C2-9DDCE36FB659}" srcOrd="0" destOrd="0" presId="urn:microsoft.com/office/officeart/2005/8/layout/vProcess5"/>
    <dgm:cxn modelId="{9CF54C4C-58ED-4744-B057-A93F5578B4FD}" type="presOf" srcId="{BDAB34F4-67FA-4D0D-9211-E705640E5ACC}" destId="{7CBEB898-D90B-459C-AC9A-1521FBB34061}" srcOrd="1" destOrd="0" presId="urn:microsoft.com/office/officeart/2005/8/layout/vProcess5"/>
    <dgm:cxn modelId="{73768087-9D83-4E55-999D-A880FBFBA7D5}" type="presOf" srcId="{8EBD3529-AFC4-4FA2-B762-24C4B6E91E13}" destId="{695928F3-DF34-49F9-BEE8-442ED0BA0722}" srcOrd="1" destOrd="0" presId="urn:microsoft.com/office/officeart/2005/8/layout/vProcess5"/>
    <dgm:cxn modelId="{A6217A92-4970-4D02-B13F-083B70431CF4}" type="presOf" srcId="{BDAB34F4-67FA-4D0D-9211-E705640E5ACC}" destId="{1E692A6F-9CC0-4A54-AA4E-8B8543F98669}" srcOrd="0" destOrd="0" presId="urn:microsoft.com/office/officeart/2005/8/layout/vProcess5"/>
    <dgm:cxn modelId="{5A495095-42CE-42E5-98B0-0754F4ED14EE}" type="presOf" srcId="{FE1CE2CA-9393-4DF5-A953-03D15B288505}" destId="{EB70295F-CAC7-4E91-A60A-AD9985C437F0}" srcOrd="0" destOrd="0" presId="urn:microsoft.com/office/officeart/2005/8/layout/vProcess5"/>
    <dgm:cxn modelId="{0C4CD2AF-B0AD-4466-B2F6-5D753973B0CD}" type="presOf" srcId="{81813260-7AB0-46F2-BFD9-3CDE378D2687}" destId="{D9E6CF3C-761D-46F5-B06A-FBD4D9B1764E}" srcOrd="1" destOrd="0" presId="urn:microsoft.com/office/officeart/2005/8/layout/vProcess5"/>
    <dgm:cxn modelId="{71D618B4-4794-4C8A-8B79-04DB31A3C85B}" srcId="{71E7C732-3295-4DDB-A827-77DC4880D083}" destId="{C589E27E-F850-414D-BA97-631E6B1667DA}" srcOrd="0" destOrd="0" parTransId="{C8678DC0-8E70-45FF-85E0-30A18BDC5B3F}" sibTransId="{188B8E55-8D42-4E01-A512-73257DADAD66}"/>
    <dgm:cxn modelId="{D423D7C7-E67E-4D94-9467-86BC69DD5CB5}" srcId="{71E7C732-3295-4DDB-A827-77DC4880D083}" destId="{01E1C324-C909-411E-914F-0C77871B4BF9}" srcOrd="2" destOrd="0" parTransId="{B91C8596-327A-44A0-8971-B93F7C69AC85}" sibTransId="{FE1CE2CA-9393-4DF5-A953-03D15B288505}"/>
    <dgm:cxn modelId="{E4E9E9D9-FFA0-4505-89EB-FB04E19F299B}" type="presOf" srcId="{188B8E55-8D42-4E01-A512-73257DADAD66}" destId="{00B9BBF9-2B01-40F0-B0E1-27B797F8A883}" srcOrd="0" destOrd="0" presId="urn:microsoft.com/office/officeart/2005/8/layout/vProcess5"/>
    <dgm:cxn modelId="{B35519F9-F62A-4542-9B11-15081F3244FA}" type="presOf" srcId="{01E1C324-C909-411E-914F-0C77871B4BF9}" destId="{D039D495-5254-46C9-BE97-F5E970B9BA22}" srcOrd="1" destOrd="0" presId="urn:microsoft.com/office/officeart/2005/8/layout/vProcess5"/>
    <dgm:cxn modelId="{6ACA15B2-2FA4-4393-94EB-CFC93F0C735C}" type="presParOf" srcId="{3F82623B-53F3-4F43-B170-E3E09286B7C1}" destId="{2C09914D-E2C3-4C97-A5BE-D175C33A767F}" srcOrd="0" destOrd="0" presId="urn:microsoft.com/office/officeart/2005/8/layout/vProcess5"/>
    <dgm:cxn modelId="{47EB7CD8-206D-41FD-822D-F9EA8DB16799}" type="presParOf" srcId="{3F82623B-53F3-4F43-B170-E3E09286B7C1}" destId="{1DF98E8C-A73F-4F61-86C2-9DDCE36FB659}" srcOrd="1" destOrd="0" presId="urn:microsoft.com/office/officeart/2005/8/layout/vProcess5"/>
    <dgm:cxn modelId="{3D4F3927-30FE-4004-8161-B9AA9237508F}" type="presParOf" srcId="{3F82623B-53F3-4F43-B170-E3E09286B7C1}" destId="{C80D5CD4-2E4C-428C-A94E-EB4D060545DB}" srcOrd="2" destOrd="0" presId="urn:microsoft.com/office/officeart/2005/8/layout/vProcess5"/>
    <dgm:cxn modelId="{8D82C4F5-76B1-4BD5-BF24-B2C0B4E31865}" type="presParOf" srcId="{3F82623B-53F3-4F43-B170-E3E09286B7C1}" destId="{53793085-9393-4E21-8869-9824F22BFF1C}" srcOrd="3" destOrd="0" presId="urn:microsoft.com/office/officeart/2005/8/layout/vProcess5"/>
    <dgm:cxn modelId="{4EFF85E9-C11C-467E-BA16-BC7B96061551}" type="presParOf" srcId="{3F82623B-53F3-4F43-B170-E3E09286B7C1}" destId="{1E692A6F-9CC0-4A54-AA4E-8B8543F98669}" srcOrd="4" destOrd="0" presId="urn:microsoft.com/office/officeart/2005/8/layout/vProcess5"/>
    <dgm:cxn modelId="{D4766DE0-D3F0-42A6-AEE5-D23E21E38861}" type="presParOf" srcId="{3F82623B-53F3-4F43-B170-E3E09286B7C1}" destId="{EC222AB3-78C0-4086-9DCB-547C4603A0CC}" srcOrd="5" destOrd="0" presId="urn:microsoft.com/office/officeart/2005/8/layout/vProcess5"/>
    <dgm:cxn modelId="{F61BBBEA-8CC3-492E-BAC1-6B6883444550}" type="presParOf" srcId="{3F82623B-53F3-4F43-B170-E3E09286B7C1}" destId="{00B9BBF9-2B01-40F0-B0E1-27B797F8A883}" srcOrd="6" destOrd="0" presId="urn:microsoft.com/office/officeart/2005/8/layout/vProcess5"/>
    <dgm:cxn modelId="{10782B04-40B6-428B-B34B-7732E9B485E5}" type="presParOf" srcId="{3F82623B-53F3-4F43-B170-E3E09286B7C1}" destId="{83F4BFEA-7EF0-49AD-BBB8-16A0D4FA5F8D}" srcOrd="7" destOrd="0" presId="urn:microsoft.com/office/officeart/2005/8/layout/vProcess5"/>
    <dgm:cxn modelId="{6AEB4AE4-4CBA-4565-954B-F40BB7C148F1}" type="presParOf" srcId="{3F82623B-53F3-4F43-B170-E3E09286B7C1}" destId="{EB70295F-CAC7-4E91-A60A-AD9985C437F0}" srcOrd="8" destOrd="0" presId="urn:microsoft.com/office/officeart/2005/8/layout/vProcess5"/>
    <dgm:cxn modelId="{3694BFBF-DC2F-4502-B63C-A291151F15D9}" type="presParOf" srcId="{3F82623B-53F3-4F43-B170-E3E09286B7C1}" destId="{39C01080-D58B-49DB-902C-D50AF113A44C}" srcOrd="9" destOrd="0" presId="urn:microsoft.com/office/officeart/2005/8/layout/vProcess5"/>
    <dgm:cxn modelId="{37DEE68E-EB6E-4957-98F3-DE5A7C48C459}" type="presParOf" srcId="{3F82623B-53F3-4F43-B170-E3E09286B7C1}" destId="{0A919039-B3C2-4F29-887B-710276415A37}" srcOrd="10" destOrd="0" presId="urn:microsoft.com/office/officeart/2005/8/layout/vProcess5"/>
    <dgm:cxn modelId="{21E2066E-8B9D-44D0-89C6-B40C82B5AD5D}" type="presParOf" srcId="{3F82623B-53F3-4F43-B170-E3E09286B7C1}" destId="{695928F3-DF34-49F9-BEE8-442ED0BA0722}" srcOrd="11" destOrd="0" presId="urn:microsoft.com/office/officeart/2005/8/layout/vProcess5"/>
    <dgm:cxn modelId="{7EBDF329-976A-4DD9-A447-CC9BCF2048CA}" type="presParOf" srcId="{3F82623B-53F3-4F43-B170-E3E09286B7C1}" destId="{D039D495-5254-46C9-BE97-F5E970B9BA22}" srcOrd="12" destOrd="0" presId="urn:microsoft.com/office/officeart/2005/8/layout/vProcess5"/>
    <dgm:cxn modelId="{A702D3C8-12EA-46BB-861D-53C1855CE9D6}" type="presParOf" srcId="{3F82623B-53F3-4F43-B170-E3E09286B7C1}" destId="{7CBEB898-D90B-459C-AC9A-1521FBB34061}" srcOrd="13" destOrd="0" presId="urn:microsoft.com/office/officeart/2005/8/layout/vProcess5"/>
    <dgm:cxn modelId="{16F0C035-3486-444E-AE30-F5CC1D24241C}" type="presParOf" srcId="{3F82623B-53F3-4F43-B170-E3E09286B7C1}" destId="{D9E6CF3C-761D-46F5-B06A-FBD4D9B1764E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D522026-97E8-4840-91B1-03961F4DDAFF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FE5AC712-74FF-4C24-950E-CC437CDAA2EA}">
      <dgm:prSet/>
      <dgm:spPr/>
      <dgm:t>
        <a:bodyPr/>
        <a:lstStyle/>
        <a:p>
          <a:pPr>
            <a:defRPr cap="all"/>
          </a:pPr>
          <a:r>
            <a:rPr lang="en-US"/>
            <a:t>1. User reports a lost item on phone or website.</a:t>
          </a:r>
        </a:p>
      </dgm:t>
    </dgm:pt>
    <dgm:pt modelId="{2B36E783-170B-4402-89C2-1286A3034689}" type="parTrans" cxnId="{A568AC05-CE31-4114-97BD-015D30A22FCC}">
      <dgm:prSet/>
      <dgm:spPr/>
      <dgm:t>
        <a:bodyPr/>
        <a:lstStyle/>
        <a:p>
          <a:endParaRPr lang="en-US"/>
        </a:p>
      </dgm:t>
    </dgm:pt>
    <dgm:pt modelId="{60E10B54-083C-4C16-9054-CEB0E5ED98B9}" type="sibTrans" cxnId="{A568AC05-CE31-4114-97BD-015D30A22FCC}">
      <dgm:prSet/>
      <dgm:spPr/>
      <dgm:t>
        <a:bodyPr/>
        <a:lstStyle/>
        <a:p>
          <a:endParaRPr lang="en-US"/>
        </a:p>
      </dgm:t>
    </dgm:pt>
    <dgm:pt modelId="{3D22D875-F4E2-41BE-81EC-EB03DEBCB5D2}">
      <dgm:prSet/>
      <dgm:spPr/>
      <dgm:t>
        <a:bodyPr/>
        <a:lstStyle/>
        <a:p>
          <a:pPr>
            <a:defRPr cap="all"/>
          </a:pPr>
          <a:r>
            <a:rPr lang="en-US"/>
            <a:t>2. Agencies upload found-item records into the same database.</a:t>
          </a:r>
        </a:p>
      </dgm:t>
    </dgm:pt>
    <dgm:pt modelId="{34D4E255-3207-4AA0-8CB3-AA2586B49F04}" type="parTrans" cxnId="{7BC4F329-FCA4-470B-847E-8F5D29312139}">
      <dgm:prSet/>
      <dgm:spPr/>
      <dgm:t>
        <a:bodyPr/>
        <a:lstStyle/>
        <a:p>
          <a:endParaRPr lang="en-US"/>
        </a:p>
      </dgm:t>
    </dgm:pt>
    <dgm:pt modelId="{899EB5AC-E7B9-4426-ABA5-93D3831C4A63}" type="sibTrans" cxnId="{7BC4F329-FCA4-470B-847E-8F5D29312139}">
      <dgm:prSet/>
      <dgm:spPr/>
      <dgm:t>
        <a:bodyPr/>
        <a:lstStyle/>
        <a:p>
          <a:endParaRPr lang="en-US"/>
        </a:p>
      </dgm:t>
    </dgm:pt>
    <dgm:pt modelId="{97BB0B67-6E20-403C-A47C-8A44ADD5F771}">
      <dgm:prSet/>
      <dgm:spPr/>
      <dgm:t>
        <a:bodyPr/>
        <a:lstStyle/>
        <a:p>
          <a:pPr>
            <a:defRPr cap="all"/>
          </a:pPr>
          <a:r>
            <a:rPr lang="en-US"/>
            <a:t>3. System matches by type, color, date, and place.</a:t>
          </a:r>
        </a:p>
      </dgm:t>
    </dgm:pt>
    <dgm:pt modelId="{763A7E88-45CF-442F-96BE-AAC6CD66ECD1}" type="parTrans" cxnId="{BA969798-6440-493B-AC9D-A1C6E89A9D3C}">
      <dgm:prSet/>
      <dgm:spPr/>
      <dgm:t>
        <a:bodyPr/>
        <a:lstStyle/>
        <a:p>
          <a:endParaRPr lang="en-US"/>
        </a:p>
      </dgm:t>
    </dgm:pt>
    <dgm:pt modelId="{8D631F61-6B6C-403C-A4E3-94BE5820F46B}" type="sibTrans" cxnId="{BA969798-6440-493B-AC9D-A1C6E89A9D3C}">
      <dgm:prSet/>
      <dgm:spPr/>
      <dgm:t>
        <a:bodyPr/>
        <a:lstStyle/>
        <a:p>
          <a:endParaRPr lang="en-US"/>
        </a:p>
      </dgm:t>
    </dgm:pt>
    <dgm:pt modelId="{B8BDEFE4-B70D-4A57-A706-66FBCB4F7E83}">
      <dgm:prSet/>
      <dgm:spPr/>
      <dgm:t>
        <a:bodyPr/>
        <a:lstStyle/>
        <a:p>
          <a:pPr>
            <a:defRPr cap="all"/>
          </a:pPr>
          <a:r>
            <a:rPr lang="en-US"/>
            <a:t>4. User sees possible matches and confirms the right one.</a:t>
          </a:r>
        </a:p>
      </dgm:t>
    </dgm:pt>
    <dgm:pt modelId="{B2EA77E3-2566-4E16-A512-603564F240D9}" type="parTrans" cxnId="{96D11C28-FB18-42F8-BA06-3FFB1116358A}">
      <dgm:prSet/>
      <dgm:spPr/>
      <dgm:t>
        <a:bodyPr/>
        <a:lstStyle/>
        <a:p>
          <a:endParaRPr lang="en-US"/>
        </a:p>
      </dgm:t>
    </dgm:pt>
    <dgm:pt modelId="{1825EABA-73C0-43D0-9752-9A973BC78D4A}" type="sibTrans" cxnId="{96D11C28-FB18-42F8-BA06-3FFB1116358A}">
      <dgm:prSet/>
      <dgm:spPr/>
      <dgm:t>
        <a:bodyPr/>
        <a:lstStyle/>
        <a:p>
          <a:endParaRPr lang="en-US"/>
        </a:p>
      </dgm:t>
    </dgm:pt>
    <dgm:pt modelId="{959AEA97-9DA1-41F0-B2D5-831046835C96}">
      <dgm:prSet/>
      <dgm:spPr/>
      <dgm:t>
        <a:bodyPr/>
        <a:lstStyle/>
        <a:p>
          <a:pPr>
            <a:defRPr cap="all"/>
          </a:pPr>
          <a:r>
            <a:rPr lang="en-US"/>
            <a:t>5. Owner visits the correct office to pick up the item.</a:t>
          </a:r>
        </a:p>
      </dgm:t>
    </dgm:pt>
    <dgm:pt modelId="{889A3A64-38A3-4933-AD8A-278EF835D1A8}" type="parTrans" cxnId="{08603254-9C00-4A4A-9339-48FBD018738B}">
      <dgm:prSet/>
      <dgm:spPr/>
      <dgm:t>
        <a:bodyPr/>
        <a:lstStyle/>
        <a:p>
          <a:endParaRPr lang="en-US"/>
        </a:p>
      </dgm:t>
    </dgm:pt>
    <dgm:pt modelId="{AAEB3324-3E14-4768-9C63-AB753BF9C5A5}" type="sibTrans" cxnId="{08603254-9C00-4A4A-9339-48FBD018738B}">
      <dgm:prSet/>
      <dgm:spPr/>
      <dgm:t>
        <a:bodyPr/>
        <a:lstStyle/>
        <a:p>
          <a:endParaRPr lang="en-US"/>
        </a:p>
      </dgm:t>
    </dgm:pt>
    <dgm:pt modelId="{A667DDFF-D42F-41E6-9235-7402E3B74924}" type="pres">
      <dgm:prSet presAssocID="{ED522026-97E8-4840-91B1-03961F4DDAFF}" presName="root" presStyleCnt="0">
        <dgm:presLayoutVars>
          <dgm:dir/>
          <dgm:resizeHandles val="exact"/>
        </dgm:presLayoutVars>
      </dgm:prSet>
      <dgm:spPr/>
    </dgm:pt>
    <dgm:pt modelId="{D832DD21-49E7-493E-BCD3-2ED2BD9F7F25}" type="pres">
      <dgm:prSet presAssocID="{FE5AC712-74FF-4C24-950E-CC437CDAA2EA}" presName="compNode" presStyleCnt="0"/>
      <dgm:spPr/>
    </dgm:pt>
    <dgm:pt modelId="{695E5D67-0EA0-4BB6-81F5-A449860695EF}" type="pres">
      <dgm:prSet presAssocID="{FE5AC712-74FF-4C24-950E-CC437CDAA2EA}" presName="iconBgRect" presStyleLbl="bgShp" presStyleIdx="0" presStyleCnt="5"/>
      <dgm:spPr/>
    </dgm:pt>
    <dgm:pt modelId="{CBD765B4-8F07-46A0-B216-6007DAE46A02}" type="pres">
      <dgm:prSet presAssocID="{FE5AC712-74FF-4C24-950E-CC437CDAA2EA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4B25D611-48B0-449B-A311-AA4A946DDFBA}" type="pres">
      <dgm:prSet presAssocID="{FE5AC712-74FF-4C24-950E-CC437CDAA2EA}" presName="spaceRect" presStyleCnt="0"/>
      <dgm:spPr/>
    </dgm:pt>
    <dgm:pt modelId="{935A937B-7487-4157-B08A-181454099130}" type="pres">
      <dgm:prSet presAssocID="{FE5AC712-74FF-4C24-950E-CC437CDAA2EA}" presName="textRect" presStyleLbl="revTx" presStyleIdx="0" presStyleCnt="5">
        <dgm:presLayoutVars>
          <dgm:chMax val="1"/>
          <dgm:chPref val="1"/>
        </dgm:presLayoutVars>
      </dgm:prSet>
      <dgm:spPr/>
    </dgm:pt>
    <dgm:pt modelId="{75047085-DE07-4B72-9BDE-1A767333FE8C}" type="pres">
      <dgm:prSet presAssocID="{60E10B54-083C-4C16-9054-CEB0E5ED98B9}" presName="sibTrans" presStyleCnt="0"/>
      <dgm:spPr/>
    </dgm:pt>
    <dgm:pt modelId="{D4E9DB1A-3056-4221-A821-6FB470E722DA}" type="pres">
      <dgm:prSet presAssocID="{3D22D875-F4E2-41BE-81EC-EB03DEBCB5D2}" presName="compNode" presStyleCnt="0"/>
      <dgm:spPr/>
    </dgm:pt>
    <dgm:pt modelId="{30AC2F7D-7FE0-43A1-870F-223A6D8DF66A}" type="pres">
      <dgm:prSet presAssocID="{3D22D875-F4E2-41BE-81EC-EB03DEBCB5D2}" presName="iconBgRect" presStyleLbl="bgShp" presStyleIdx="1" presStyleCnt="5"/>
      <dgm:spPr/>
    </dgm:pt>
    <dgm:pt modelId="{590B8A10-06D6-4B4B-A5F1-05AA1C242ED3}" type="pres">
      <dgm:prSet presAssocID="{3D22D875-F4E2-41BE-81EC-EB03DEBCB5D2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19E6EC4F-87DA-49EB-A2A0-581E11FB95F1}" type="pres">
      <dgm:prSet presAssocID="{3D22D875-F4E2-41BE-81EC-EB03DEBCB5D2}" presName="spaceRect" presStyleCnt="0"/>
      <dgm:spPr/>
    </dgm:pt>
    <dgm:pt modelId="{D0EAF85B-E948-40CB-804A-37FDD2AAA0A0}" type="pres">
      <dgm:prSet presAssocID="{3D22D875-F4E2-41BE-81EC-EB03DEBCB5D2}" presName="textRect" presStyleLbl="revTx" presStyleIdx="1" presStyleCnt="5">
        <dgm:presLayoutVars>
          <dgm:chMax val="1"/>
          <dgm:chPref val="1"/>
        </dgm:presLayoutVars>
      </dgm:prSet>
      <dgm:spPr/>
    </dgm:pt>
    <dgm:pt modelId="{0FF3B2BE-1FA5-4683-9288-008485F9A614}" type="pres">
      <dgm:prSet presAssocID="{899EB5AC-E7B9-4426-ABA5-93D3831C4A63}" presName="sibTrans" presStyleCnt="0"/>
      <dgm:spPr/>
    </dgm:pt>
    <dgm:pt modelId="{3B191C95-9D60-496F-9C34-EEF2BA705399}" type="pres">
      <dgm:prSet presAssocID="{97BB0B67-6E20-403C-A47C-8A44ADD5F771}" presName="compNode" presStyleCnt="0"/>
      <dgm:spPr/>
    </dgm:pt>
    <dgm:pt modelId="{15B305F8-3447-4F02-9265-8C14ACE1CA8F}" type="pres">
      <dgm:prSet presAssocID="{97BB0B67-6E20-403C-A47C-8A44ADD5F771}" presName="iconBgRect" presStyleLbl="bgShp" presStyleIdx="2" presStyleCnt="5"/>
      <dgm:spPr/>
    </dgm:pt>
    <dgm:pt modelId="{DBFA6A35-7665-4890-96B6-6D09F93B46DB}" type="pres">
      <dgm:prSet presAssocID="{97BB0B67-6E20-403C-A47C-8A44ADD5F771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0230A13D-B7F4-44D7-8F7D-6C9BAEB241A3}" type="pres">
      <dgm:prSet presAssocID="{97BB0B67-6E20-403C-A47C-8A44ADD5F771}" presName="spaceRect" presStyleCnt="0"/>
      <dgm:spPr/>
    </dgm:pt>
    <dgm:pt modelId="{77220CD6-CD6A-49AD-958C-C06D198F6AF5}" type="pres">
      <dgm:prSet presAssocID="{97BB0B67-6E20-403C-A47C-8A44ADD5F771}" presName="textRect" presStyleLbl="revTx" presStyleIdx="2" presStyleCnt="5">
        <dgm:presLayoutVars>
          <dgm:chMax val="1"/>
          <dgm:chPref val="1"/>
        </dgm:presLayoutVars>
      </dgm:prSet>
      <dgm:spPr/>
    </dgm:pt>
    <dgm:pt modelId="{482F8063-2765-44CA-B1C1-F4AE66C3F237}" type="pres">
      <dgm:prSet presAssocID="{8D631F61-6B6C-403C-A4E3-94BE5820F46B}" presName="sibTrans" presStyleCnt="0"/>
      <dgm:spPr/>
    </dgm:pt>
    <dgm:pt modelId="{D30A9574-DD3C-48D3-9A0B-4028FB31432A}" type="pres">
      <dgm:prSet presAssocID="{B8BDEFE4-B70D-4A57-A706-66FBCB4F7E83}" presName="compNode" presStyleCnt="0"/>
      <dgm:spPr/>
    </dgm:pt>
    <dgm:pt modelId="{B3AABCBA-6424-482C-8B10-6807AACD3CD4}" type="pres">
      <dgm:prSet presAssocID="{B8BDEFE4-B70D-4A57-A706-66FBCB4F7E83}" presName="iconBgRect" presStyleLbl="bgShp" presStyleIdx="3" presStyleCnt="5"/>
      <dgm:spPr/>
    </dgm:pt>
    <dgm:pt modelId="{744B0BB3-BAEE-427A-952A-6C50AB3EBF84}" type="pres">
      <dgm:prSet presAssocID="{B8BDEFE4-B70D-4A57-A706-66FBCB4F7E83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6C1FEB63-933B-4DE8-8093-FC24C934BF4B}" type="pres">
      <dgm:prSet presAssocID="{B8BDEFE4-B70D-4A57-A706-66FBCB4F7E83}" presName="spaceRect" presStyleCnt="0"/>
      <dgm:spPr/>
    </dgm:pt>
    <dgm:pt modelId="{B83192E7-2FD7-4AB7-9838-FCF15AC489D4}" type="pres">
      <dgm:prSet presAssocID="{B8BDEFE4-B70D-4A57-A706-66FBCB4F7E83}" presName="textRect" presStyleLbl="revTx" presStyleIdx="3" presStyleCnt="5">
        <dgm:presLayoutVars>
          <dgm:chMax val="1"/>
          <dgm:chPref val="1"/>
        </dgm:presLayoutVars>
      </dgm:prSet>
      <dgm:spPr/>
    </dgm:pt>
    <dgm:pt modelId="{AF9C9772-6191-49D5-9D73-9A35B2F59D43}" type="pres">
      <dgm:prSet presAssocID="{1825EABA-73C0-43D0-9752-9A973BC78D4A}" presName="sibTrans" presStyleCnt="0"/>
      <dgm:spPr/>
    </dgm:pt>
    <dgm:pt modelId="{BB0F3200-BDDB-434E-B05A-55E6B1E0EAAF}" type="pres">
      <dgm:prSet presAssocID="{959AEA97-9DA1-41F0-B2D5-831046835C96}" presName="compNode" presStyleCnt="0"/>
      <dgm:spPr/>
    </dgm:pt>
    <dgm:pt modelId="{32A00750-5409-44B3-BAD1-175366C1E4B9}" type="pres">
      <dgm:prSet presAssocID="{959AEA97-9DA1-41F0-B2D5-831046835C96}" presName="iconBgRect" presStyleLbl="bgShp" presStyleIdx="4" presStyleCnt="5"/>
      <dgm:spPr/>
    </dgm:pt>
    <dgm:pt modelId="{5129EAB2-E303-4377-B251-9B93DBB32CAB}" type="pres">
      <dgm:prSet presAssocID="{959AEA97-9DA1-41F0-B2D5-831046835C96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ink"/>
        </a:ext>
      </dgm:extLst>
    </dgm:pt>
    <dgm:pt modelId="{C97DEE20-8173-4E05-984E-A5695B025D83}" type="pres">
      <dgm:prSet presAssocID="{959AEA97-9DA1-41F0-B2D5-831046835C96}" presName="spaceRect" presStyleCnt="0"/>
      <dgm:spPr/>
    </dgm:pt>
    <dgm:pt modelId="{517E43DD-926F-4CC8-B669-CDF1DEF670B0}" type="pres">
      <dgm:prSet presAssocID="{959AEA97-9DA1-41F0-B2D5-831046835C96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A568AC05-CE31-4114-97BD-015D30A22FCC}" srcId="{ED522026-97E8-4840-91B1-03961F4DDAFF}" destId="{FE5AC712-74FF-4C24-950E-CC437CDAA2EA}" srcOrd="0" destOrd="0" parTransId="{2B36E783-170B-4402-89C2-1286A3034689}" sibTransId="{60E10B54-083C-4C16-9054-CEB0E5ED98B9}"/>
    <dgm:cxn modelId="{96D11C28-FB18-42F8-BA06-3FFB1116358A}" srcId="{ED522026-97E8-4840-91B1-03961F4DDAFF}" destId="{B8BDEFE4-B70D-4A57-A706-66FBCB4F7E83}" srcOrd="3" destOrd="0" parTransId="{B2EA77E3-2566-4E16-A512-603564F240D9}" sibTransId="{1825EABA-73C0-43D0-9752-9A973BC78D4A}"/>
    <dgm:cxn modelId="{7BC4F329-FCA4-470B-847E-8F5D29312139}" srcId="{ED522026-97E8-4840-91B1-03961F4DDAFF}" destId="{3D22D875-F4E2-41BE-81EC-EB03DEBCB5D2}" srcOrd="1" destOrd="0" parTransId="{34D4E255-3207-4AA0-8CB3-AA2586B49F04}" sibTransId="{899EB5AC-E7B9-4426-ABA5-93D3831C4A63}"/>
    <dgm:cxn modelId="{4F9AC538-914F-49ED-8FF4-299200DF84CF}" type="presOf" srcId="{FE5AC712-74FF-4C24-950E-CC437CDAA2EA}" destId="{935A937B-7487-4157-B08A-181454099130}" srcOrd="0" destOrd="0" presId="urn:microsoft.com/office/officeart/2018/5/layout/IconCircleLabelList"/>
    <dgm:cxn modelId="{379E0140-DED6-4693-8BF2-06FBBB4FBDAD}" type="presOf" srcId="{B8BDEFE4-B70D-4A57-A706-66FBCB4F7E83}" destId="{B83192E7-2FD7-4AB7-9838-FCF15AC489D4}" srcOrd="0" destOrd="0" presId="urn:microsoft.com/office/officeart/2018/5/layout/IconCircleLabelList"/>
    <dgm:cxn modelId="{9C18B45E-447D-4605-A379-9AF7FA78AAC4}" type="presOf" srcId="{ED522026-97E8-4840-91B1-03961F4DDAFF}" destId="{A667DDFF-D42F-41E6-9235-7402E3B74924}" srcOrd="0" destOrd="0" presId="urn:microsoft.com/office/officeart/2018/5/layout/IconCircleLabelList"/>
    <dgm:cxn modelId="{70B37B72-7F02-47F4-9B1F-8D1E5B515A7E}" type="presOf" srcId="{3D22D875-F4E2-41BE-81EC-EB03DEBCB5D2}" destId="{D0EAF85B-E948-40CB-804A-37FDD2AAA0A0}" srcOrd="0" destOrd="0" presId="urn:microsoft.com/office/officeart/2018/5/layout/IconCircleLabelList"/>
    <dgm:cxn modelId="{08603254-9C00-4A4A-9339-48FBD018738B}" srcId="{ED522026-97E8-4840-91B1-03961F4DDAFF}" destId="{959AEA97-9DA1-41F0-B2D5-831046835C96}" srcOrd="4" destOrd="0" parTransId="{889A3A64-38A3-4933-AD8A-278EF835D1A8}" sibTransId="{AAEB3324-3E14-4768-9C63-AB753BF9C5A5}"/>
    <dgm:cxn modelId="{BA969798-6440-493B-AC9D-A1C6E89A9D3C}" srcId="{ED522026-97E8-4840-91B1-03961F4DDAFF}" destId="{97BB0B67-6E20-403C-A47C-8A44ADD5F771}" srcOrd="2" destOrd="0" parTransId="{763A7E88-45CF-442F-96BE-AAC6CD66ECD1}" sibTransId="{8D631F61-6B6C-403C-A4E3-94BE5820F46B}"/>
    <dgm:cxn modelId="{D2FBDFBF-9887-4DF2-90BC-350C7495225E}" type="presOf" srcId="{97BB0B67-6E20-403C-A47C-8A44ADD5F771}" destId="{77220CD6-CD6A-49AD-958C-C06D198F6AF5}" srcOrd="0" destOrd="0" presId="urn:microsoft.com/office/officeart/2018/5/layout/IconCircleLabelList"/>
    <dgm:cxn modelId="{0AF68EE7-1A82-4F06-9463-C64FEF861897}" type="presOf" srcId="{959AEA97-9DA1-41F0-B2D5-831046835C96}" destId="{517E43DD-926F-4CC8-B669-CDF1DEF670B0}" srcOrd="0" destOrd="0" presId="urn:microsoft.com/office/officeart/2018/5/layout/IconCircleLabelList"/>
    <dgm:cxn modelId="{25C28213-394A-4675-BC8A-6372A918C26B}" type="presParOf" srcId="{A667DDFF-D42F-41E6-9235-7402E3B74924}" destId="{D832DD21-49E7-493E-BCD3-2ED2BD9F7F25}" srcOrd="0" destOrd="0" presId="urn:microsoft.com/office/officeart/2018/5/layout/IconCircleLabelList"/>
    <dgm:cxn modelId="{65B3FE27-13BC-45E6-9A2A-72E5045116A9}" type="presParOf" srcId="{D832DD21-49E7-493E-BCD3-2ED2BD9F7F25}" destId="{695E5D67-0EA0-4BB6-81F5-A449860695EF}" srcOrd="0" destOrd="0" presId="urn:microsoft.com/office/officeart/2018/5/layout/IconCircleLabelList"/>
    <dgm:cxn modelId="{5DBC5DD7-84B1-4251-9441-A0C0264381AA}" type="presParOf" srcId="{D832DD21-49E7-493E-BCD3-2ED2BD9F7F25}" destId="{CBD765B4-8F07-46A0-B216-6007DAE46A02}" srcOrd="1" destOrd="0" presId="urn:microsoft.com/office/officeart/2018/5/layout/IconCircleLabelList"/>
    <dgm:cxn modelId="{CE3764E3-16A1-46B8-BF92-CE300D705650}" type="presParOf" srcId="{D832DD21-49E7-493E-BCD3-2ED2BD9F7F25}" destId="{4B25D611-48B0-449B-A311-AA4A946DDFBA}" srcOrd="2" destOrd="0" presId="urn:microsoft.com/office/officeart/2018/5/layout/IconCircleLabelList"/>
    <dgm:cxn modelId="{EBAEF4C6-7E00-461D-AD74-C52DDFDF6857}" type="presParOf" srcId="{D832DD21-49E7-493E-BCD3-2ED2BD9F7F25}" destId="{935A937B-7487-4157-B08A-181454099130}" srcOrd="3" destOrd="0" presId="urn:microsoft.com/office/officeart/2018/5/layout/IconCircleLabelList"/>
    <dgm:cxn modelId="{BFAAF4E7-C526-4F9E-8B08-1A47A1FF409E}" type="presParOf" srcId="{A667DDFF-D42F-41E6-9235-7402E3B74924}" destId="{75047085-DE07-4B72-9BDE-1A767333FE8C}" srcOrd="1" destOrd="0" presId="urn:microsoft.com/office/officeart/2018/5/layout/IconCircleLabelList"/>
    <dgm:cxn modelId="{9781C006-B5D9-4B4D-916C-A4948E155934}" type="presParOf" srcId="{A667DDFF-D42F-41E6-9235-7402E3B74924}" destId="{D4E9DB1A-3056-4221-A821-6FB470E722DA}" srcOrd="2" destOrd="0" presId="urn:microsoft.com/office/officeart/2018/5/layout/IconCircleLabelList"/>
    <dgm:cxn modelId="{A4566F7C-240D-488C-A69C-A05C83EA1389}" type="presParOf" srcId="{D4E9DB1A-3056-4221-A821-6FB470E722DA}" destId="{30AC2F7D-7FE0-43A1-870F-223A6D8DF66A}" srcOrd="0" destOrd="0" presId="urn:microsoft.com/office/officeart/2018/5/layout/IconCircleLabelList"/>
    <dgm:cxn modelId="{99197C06-5B81-43F8-831F-689DFC5AE636}" type="presParOf" srcId="{D4E9DB1A-3056-4221-A821-6FB470E722DA}" destId="{590B8A10-06D6-4B4B-A5F1-05AA1C242ED3}" srcOrd="1" destOrd="0" presId="urn:microsoft.com/office/officeart/2018/5/layout/IconCircleLabelList"/>
    <dgm:cxn modelId="{8EF1F7AC-0193-4159-BE93-11AFA298AD83}" type="presParOf" srcId="{D4E9DB1A-3056-4221-A821-6FB470E722DA}" destId="{19E6EC4F-87DA-49EB-A2A0-581E11FB95F1}" srcOrd="2" destOrd="0" presId="urn:microsoft.com/office/officeart/2018/5/layout/IconCircleLabelList"/>
    <dgm:cxn modelId="{9514342D-EDE5-415B-A741-F39A881B675C}" type="presParOf" srcId="{D4E9DB1A-3056-4221-A821-6FB470E722DA}" destId="{D0EAF85B-E948-40CB-804A-37FDD2AAA0A0}" srcOrd="3" destOrd="0" presId="urn:microsoft.com/office/officeart/2018/5/layout/IconCircleLabelList"/>
    <dgm:cxn modelId="{0D7A262A-271D-480A-90E2-DA05CE10AC56}" type="presParOf" srcId="{A667DDFF-D42F-41E6-9235-7402E3B74924}" destId="{0FF3B2BE-1FA5-4683-9288-008485F9A614}" srcOrd="3" destOrd="0" presId="urn:microsoft.com/office/officeart/2018/5/layout/IconCircleLabelList"/>
    <dgm:cxn modelId="{C5860E58-2886-4CB6-A740-4973E55CD802}" type="presParOf" srcId="{A667DDFF-D42F-41E6-9235-7402E3B74924}" destId="{3B191C95-9D60-496F-9C34-EEF2BA705399}" srcOrd="4" destOrd="0" presId="urn:microsoft.com/office/officeart/2018/5/layout/IconCircleLabelList"/>
    <dgm:cxn modelId="{65F29F25-C5C7-49EF-8F4A-9D7750A60AC4}" type="presParOf" srcId="{3B191C95-9D60-496F-9C34-EEF2BA705399}" destId="{15B305F8-3447-4F02-9265-8C14ACE1CA8F}" srcOrd="0" destOrd="0" presId="urn:microsoft.com/office/officeart/2018/5/layout/IconCircleLabelList"/>
    <dgm:cxn modelId="{562149CF-D08C-4B18-86EC-5268A9D75E87}" type="presParOf" srcId="{3B191C95-9D60-496F-9C34-EEF2BA705399}" destId="{DBFA6A35-7665-4890-96B6-6D09F93B46DB}" srcOrd="1" destOrd="0" presId="urn:microsoft.com/office/officeart/2018/5/layout/IconCircleLabelList"/>
    <dgm:cxn modelId="{988E5100-FD9D-400D-9FAF-AAA5AB089C2F}" type="presParOf" srcId="{3B191C95-9D60-496F-9C34-EEF2BA705399}" destId="{0230A13D-B7F4-44D7-8F7D-6C9BAEB241A3}" srcOrd="2" destOrd="0" presId="urn:microsoft.com/office/officeart/2018/5/layout/IconCircleLabelList"/>
    <dgm:cxn modelId="{8F542348-0717-4685-9AEA-0C8377E81837}" type="presParOf" srcId="{3B191C95-9D60-496F-9C34-EEF2BA705399}" destId="{77220CD6-CD6A-49AD-958C-C06D198F6AF5}" srcOrd="3" destOrd="0" presId="urn:microsoft.com/office/officeart/2018/5/layout/IconCircleLabelList"/>
    <dgm:cxn modelId="{8F264AB9-5568-42A3-8EEE-23C093A81554}" type="presParOf" srcId="{A667DDFF-D42F-41E6-9235-7402E3B74924}" destId="{482F8063-2765-44CA-B1C1-F4AE66C3F237}" srcOrd="5" destOrd="0" presId="urn:microsoft.com/office/officeart/2018/5/layout/IconCircleLabelList"/>
    <dgm:cxn modelId="{7A64F2BA-83E9-4E86-B3EF-8D121A8A75A8}" type="presParOf" srcId="{A667DDFF-D42F-41E6-9235-7402E3B74924}" destId="{D30A9574-DD3C-48D3-9A0B-4028FB31432A}" srcOrd="6" destOrd="0" presId="urn:microsoft.com/office/officeart/2018/5/layout/IconCircleLabelList"/>
    <dgm:cxn modelId="{C36E9886-8FA2-46D4-AF2D-B9097EE7D1F2}" type="presParOf" srcId="{D30A9574-DD3C-48D3-9A0B-4028FB31432A}" destId="{B3AABCBA-6424-482C-8B10-6807AACD3CD4}" srcOrd="0" destOrd="0" presId="urn:microsoft.com/office/officeart/2018/5/layout/IconCircleLabelList"/>
    <dgm:cxn modelId="{5E1D5A1F-810F-4B2E-ACE9-C3FAF78A67B3}" type="presParOf" srcId="{D30A9574-DD3C-48D3-9A0B-4028FB31432A}" destId="{744B0BB3-BAEE-427A-952A-6C50AB3EBF84}" srcOrd="1" destOrd="0" presId="urn:microsoft.com/office/officeart/2018/5/layout/IconCircleLabelList"/>
    <dgm:cxn modelId="{2F990DB7-6D4C-44B7-A711-FC8B4795081A}" type="presParOf" srcId="{D30A9574-DD3C-48D3-9A0B-4028FB31432A}" destId="{6C1FEB63-933B-4DE8-8093-FC24C934BF4B}" srcOrd="2" destOrd="0" presId="urn:microsoft.com/office/officeart/2018/5/layout/IconCircleLabelList"/>
    <dgm:cxn modelId="{5DC70F09-12D5-45E7-A75B-33FA41020439}" type="presParOf" srcId="{D30A9574-DD3C-48D3-9A0B-4028FB31432A}" destId="{B83192E7-2FD7-4AB7-9838-FCF15AC489D4}" srcOrd="3" destOrd="0" presId="urn:microsoft.com/office/officeart/2018/5/layout/IconCircleLabelList"/>
    <dgm:cxn modelId="{48C4BCD7-FD8C-429E-8A45-4DA2721FF570}" type="presParOf" srcId="{A667DDFF-D42F-41E6-9235-7402E3B74924}" destId="{AF9C9772-6191-49D5-9D73-9A35B2F59D43}" srcOrd="7" destOrd="0" presId="urn:microsoft.com/office/officeart/2018/5/layout/IconCircleLabelList"/>
    <dgm:cxn modelId="{84359A2A-B46A-43CE-8044-4A93C6BBE12D}" type="presParOf" srcId="{A667DDFF-D42F-41E6-9235-7402E3B74924}" destId="{BB0F3200-BDDB-434E-B05A-55E6B1E0EAAF}" srcOrd="8" destOrd="0" presId="urn:microsoft.com/office/officeart/2018/5/layout/IconCircleLabelList"/>
    <dgm:cxn modelId="{7850A9F7-8CEC-4B22-BC73-1A7CD898E17B}" type="presParOf" srcId="{BB0F3200-BDDB-434E-B05A-55E6B1E0EAAF}" destId="{32A00750-5409-44B3-BAD1-175366C1E4B9}" srcOrd="0" destOrd="0" presId="urn:microsoft.com/office/officeart/2018/5/layout/IconCircleLabelList"/>
    <dgm:cxn modelId="{359A8C5A-DA06-4B5A-A1BA-DC3EE205969D}" type="presParOf" srcId="{BB0F3200-BDDB-434E-B05A-55E6B1E0EAAF}" destId="{5129EAB2-E303-4377-B251-9B93DBB32CAB}" srcOrd="1" destOrd="0" presId="urn:microsoft.com/office/officeart/2018/5/layout/IconCircleLabelList"/>
    <dgm:cxn modelId="{9EB110CC-DE1F-48A1-A0FE-AD63301615C3}" type="presParOf" srcId="{BB0F3200-BDDB-434E-B05A-55E6B1E0EAAF}" destId="{C97DEE20-8173-4E05-984E-A5695B025D83}" srcOrd="2" destOrd="0" presId="urn:microsoft.com/office/officeart/2018/5/layout/IconCircleLabelList"/>
    <dgm:cxn modelId="{5069B98E-50A9-4F97-BE5A-5AF3FC2F249D}" type="presParOf" srcId="{BB0F3200-BDDB-434E-B05A-55E6B1E0EAAF}" destId="{517E43DD-926F-4CC8-B669-CDF1DEF670B0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DF0818-45D1-433E-8CE5-5F821AFD4623}">
      <dsp:nvSpPr>
        <dsp:cNvPr id="0" name=""/>
        <dsp:cNvSpPr/>
      </dsp:nvSpPr>
      <dsp:spPr>
        <a:xfrm>
          <a:off x="0" y="1924"/>
          <a:ext cx="4435078" cy="97541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75EBFD-E955-42AE-AB74-9659793D1259}">
      <dsp:nvSpPr>
        <dsp:cNvPr id="0" name=""/>
        <dsp:cNvSpPr/>
      </dsp:nvSpPr>
      <dsp:spPr>
        <a:xfrm>
          <a:off x="295064" y="221393"/>
          <a:ext cx="536480" cy="53648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71B4AC-C80E-4BE0-8567-11649DA38217}">
      <dsp:nvSpPr>
        <dsp:cNvPr id="0" name=""/>
        <dsp:cNvSpPr/>
      </dsp:nvSpPr>
      <dsp:spPr>
        <a:xfrm>
          <a:off x="1126608" y="1924"/>
          <a:ext cx="3308469" cy="9754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232" tIns="103232" rIns="103232" bIns="10323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People lose passports, IDs, bank cards, and important documents.</a:t>
          </a:r>
        </a:p>
      </dsp:txBody>
      <dsp:txXfrm>
        <a:off x="1126608" y="1924"/>
        <a:ext cx="3308469" cy="975418"/>
      </dsp:txXfrm>
    </dsp:sp>
    <dsp:sp modelId="{919B5C9E-B619-4E80-B6C3-DC048FFF29FE}">
      <dsp:nvSpPr>
        <dsp:cNvPr id="0" name=""/>
        <dsp:cNvSpPr/>
      </dsp:nvSpPr>
      <dsp:spPr>
        <a:xfrm>
          <a:off x="0" y="1221197"/>
          <a:ext cx="4435078" cy="97541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8DCF8E-51CA-45ED-8BBC-7FDEC93CAC88}">
      <dsp:nvSpPr>
        <dsp:cNvPr id="0" name=""/>
        <dsp:cNvSpPr/>
      </dsp:nvSpPr>
      <dsp:spPr>
        <a:xfrm>
          <a:off x="295064" y="1440667"/>
          <a:ext cx="536480" cy="53648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1598CA-6A7C-455B-83DC-8440DCA8BBAD}">
      <dsp:nvSpPr>
        <dsp:cNvPr id="0" name=""/>
        <dsp:cNvSpPr/>
      </dsp:nvSpPr>
      <dsp:spPr>
        <a:xfrm>
          <a:off x="1126608" y="1221197"/>
          <a:ext cx="3308469" cy="9754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232" tIns="103232" rIns="103232" bIns="10323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Tourists get stuck without money or directions.</a:t>
          </a:r>
        </a:p>
      </dsp:txBody>
      <dsp:txXfrm>
        <a:off x="1126608" y="1221197"/>
        <a:ext cx="3308469" cy="975418"/>
      </dsp:txXfrm>
    </dsp:sp>
    <dsp:sp modelId="{02965687-C2F2-4DC9-B59E-736BB9965471}">
      <dsp:nvSpPr>
        <dsp:cNvPr id="0" name=""/>
        <dsp:cNvSpPr/>
      </dsp:nvSpPr>
      <dsp:spPr>
        <a:xfrm>
          <a:off x="0" y="2440471"/>
          <a:ext cx="4435078" cy="97541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B3B78D-C474-4B17-876A-3347E2A36C08}">
      <dsp:nvSpPr>
        <dsp:cNvPr id="0" name=""/>
        <dsp:cNvSpPr/>
      </dsp:nvSpPr>
      <dsp:spPr>
        <a:xfrm>
          <a:off x="295064" y="2659940"/>
          <a:ext cx="536480" cy="53648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B951E2-B3E2-4002-A18C-133B5522B84E}">
      <dsp:nvSpPr>
        <dsp:cNvPr id="0" name=""/>
        <dsp:cNvSpPr/>
      </dsp:nvSpPr>
      <dsp:spPr>
        <a:xfrm>
          <a:off x="1126608" y="2440471"/>
          <a:ext cx="3308469" cy="9754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232" tIns="103232" rIns="103232" bIns="10323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Students and workers lose laptops and devices.</a:t>
          </a:r>
        </a:p>
      </dsp:txBody>
      <dsp:txXfrm>
        <a:off x="1126608" y="2440471"/>
        <a:ext cx="3308469" cy="975418"/>
      </dsp:txXfrm>
    </dsp:sp>
    <dsp:sp modelId="{E197D536-D252-4ED3-83CB-02834C78573C}">
      <dsp:nvSpPr>
        <dsp:cNvPr id="0" name=""/>
        <dsp:cNvSpPr/>
      </dsp:nvSpPr>
      <dsp:spPr>
        <a:xfrm>
          <a:off x="0" y="3659744"/>
          <a:ext cx="4435078" cy="97541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239042-8053-4742-B96D-082C61D8E006}">
      <dsp:nvSpPr>
        <dsp:cNvPr id="0" name=""/>
        <dsp:cNvSpPr/>
      </dsp:nvSpPr>
      <dsp:spPr>
        <a:xfrm>
          <a:off x="295064" y="3879213"/>
          <a:ext cx="536480" cy="53648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803C10-7FC2-4637-B50D-2B7EFC0E915D}">
      <dsp:nvSpPr>
        <dsp:cNvPr id="0" name=""/>
        <dsp:cNvSpPr/>
      </dsp:nvSpPr>
      <dsp:spPr>
        <a:xfrm>
          <a:off x="1126608" y="3659744"/>
          <a:ext cx="3308469" cy="9754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232" tIns="103232" rIns="103232" bIns="10323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Time, money, and emotional energy are wasted trying to find items.</a:t>
          </a:r>
        </a:p>
      </dsp:txBody>
      <dsp:txXfrm>
        <a:off x="1126608" y="3659744"/>
        <a:ext cx="3308469" cy="97541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F98E8C-A73F-4F61-86C2-9DDCE36FB659}">
      <dsp:nvSpPr>
        <dsp:cNvPr id="0" name=""/>
        <dsp:cNvSpPr/>
      </dsp:nvSpPr>
      <dsp:spPr>
        <a:xfrm>
          <a:off x="0" y="0"/>
          <a:ext cx="5546526" cy="67018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Fragmented: MTA, NYPD, taxi services, airports all separate.</a:t>
          </a:r>
        </a:p>
      </dsp:txBody>
      <dsp:txXfrm>
        <a:off x="19629" y="19629"/>
        <a:ext cx="4744937" cy="630922"/>
      </dsp:txXfrm>
    </dsp:sp>
    <dsp:sp modelId="{C80D5CD4-2E4C-428C-A94E-EB4D060545DB}">
      <dsp:nvSpPr>
        <dsp:cNvPr id="0" name=""/>
        <dsp:cNvSpPr/>
      </dsp:nvSpPr>
      <dsp:spPr>
        <a:xfrm>
          <a:off x="414188" y="763261"/>
          <a:ext cx="5546526" cy="67018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Slow: many forms, phone calls, and waiting.</a:t>
          </a:r>
        </a:p>
      </dsp:txBody>
      <dsp:txXfrm>
        <a:off x="433817" y="782890"/>
        <a:ext cx="4657462" cy="630922"/>
      </dsp:txXfrm>
    </dsp:sp>
    <dsp:sp modelId="{53793085-9393-4E21-8869-9824F22BFF1C}">
      <dsp:nvSpPr>
        <dsp:cNvPr id="0" name=""/>
        <dsp:cNvSpPr/>
      </dsp:nvSpPr>
      <dsp:spPr>
        <a:xfrm>
          <a:off x="828377" y="1526523"/>
          <a:ext cx="5546526" cy="67018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No easy city-wide search engine.</a:t>
          </a:r>
        </a:p>
      </dsp:txBody>
      <dsp:txXfrm>
        <a:off x="848006" y="1546152"/>
        <a:ext cx="4657462" cy="630922"/>
      </dsp:txXfrm>
    </dsp:sp>
    <dsp:sp modelId="{1E692A6F-9CC0-4A54-AA4E-8B8543F98669}">
      <dsp:nvSpPr>
        <dsp:cNvPr id="0" name=""/>
        <dsp:cNvSpPr/>
      </dsp:nvSpPr>
      <dsp:spPr>
        <a:xfrm>
          <a:off x="1242565" y="2289784"/>
          <a:ext cx="5546526" cy="67018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Poor communication between agencies.</a:t>
          </a:r>
        </a:p>
      </dsp:txBody>
      <dsp:txXfrm>
        <a:off x="1262194" y="2309413"/>
        <a:ext cx="4657462" cy="630922"/>
      </dsp:txXfrm>
    </dsp:sp>
    <dsp:sp modelId="{EC222AB3-78C0-4086-9DCB-547C4603A0CC}">
      <dsp:nvSpPr>
        <dsp:cNvPr id="0" name=""/>
        <dsp:cNvSpPr/>
      </dsp:nvSpPr>
      <dsp:spPr>
        <a:xfrm>
          <a:off x="1656754" y="3053046"/>
          <a:ext cx="5546526" cy="670180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Many items never return to their owners.</a:t>
          </a:r>
        </a:p>
      </dsp:txBody>
      <dsp:txXfrm>
        <a:off x="1676383" y="3072675"/>
        <a:ext cx="4657462" cy="630922"/>
      </dsp:txXfrm>
    </dsp:sp>
    <dsp:sp modelId="{00B9BBF9-2B01-40F0-B0E1-27B797F8A883}">
      <dsp:nvSpPr>
        <dsp:cNvPr id="0" name=""/>
        <dsp:cNvSpPr/>
      </dsp:nvSpPr>
      <dsp:spPr>
        <a:xfrm>
          <a:off x="5110908" y="489604"/>
          <a:ext cx="435617" cy="435617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5208922" y="489604"/>
        <a:ext cx="239589" cy="327802"/>
      </dsp:txXfrm>
    </dsp:sp>
    <dsp:sp modelId="{83F4BFEA-7EF0-49AD-BBB8-16A0D4FA5F8D}">
      <dsp:nvSpPr>
        <dsp:cNvPr id="0" name=""/>
        <dsp:cNvSpPr/>
      </dsp:nvSpPr>
      <dsp:spPr>
        <a:xfrm>
          <a:off x="5525097" y="1252865"/>
          <a:ext cx="435617" cy="435617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5623111" y="1252865"/>
        <a:ext cx="239589" cy="327802"/>
      </dsp:txXfrm>
    </dsp:sp>
    <dsp:sp modelId="{EB70295F-CAC7-4E91-A60A-AD9985C437F0}">
      <dsp:nvSpPr>
        <dsp:cNvPr id="0" name=""/>
        <dsp:cNvSpPr/>
      </dsp:nvSpPr>
      <dsp:spPr>
        <a:xfrm>
          <a:off x="5939286" y="2004957"/>
          <a:ext cx="435617" cy="435617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6037300" y="2004957"/>
        <a:ext cx="239589" cy="327802"/>
      </dsp:txXfrm>
    </dsp:sp>
    <dsp:sp modelId="{39C01080-D58B-49DB-902C-D50AF113A44C}">
      <dsp:nvSpPr>
        <dsp:cNvPr id="0" name=""/>
        <dsp:cNvSpPr/>
      </dsp:nvSpPr>
      <dsp:spPr>
        <a:xfrm>
          <a:off x="6353474" y="2775665"/>
          <a:ext cx="435617" cy="435617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6451488" y="2775665"/>
        <a:ext cx="239589" cy="32780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5E5D67-0EA0-4BB6-81F5-A449860695EF}">
      <dsp:nvSpPr>
        <dsp:cNvPr id="0" name=""/>
        <dsp:cNvSpPr/>
      </dsp:nvSpPr>
      <dsp:spPr>
        <a:xfrm>
          <a:off x="697852" y="661"/>
          <a:ext cx="856740" cy="85674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D765B4-8F07-46A0-B216-6007DAE46A02}">
      <dsp:nvSpPr>
        <dsp:cNvPr id="0" name=""/>
        <dsp:cNvSpPr/>
      </dsp:nvSpPr>
      <dsp:spPr>
        <a:xfrm>
          <a:off x="880436" y="183245"/>
          <a:ext cx="491572" cy="49157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5A937B-7487-4157-B08A-181454099130}">
      <dsp:nvSpPr>
        <dsp:cNvPr id="0" name=""/>
        <dsp:cNvSpPr/>
      </dsp:nvSpPr>
      <dsp:spPr>
        <a:xfrm>
          <a:off x="423976" y="1124255"/>
          <a:ext cx="1404492" cy="561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1. User reports a lost item on phone or website.</a:t>
          </a:r>
        </a:p>
      </dsp:txBody>
      <dsp:txXfrm>
        <a:off x="423976" y="1124255"/>
        <a:ext cx="1404492" cy="561796"/>
      </dsp:txXfrm>
    </dsp:sp>
    <dsp:sp modelId="{30AC2F7D-7FE0-43A1-870F-223A6D8DF66A}">
      <dsp:nvSpPr>
        <dsp:cNvPr id="0" name=""/>
        <dsp:cNvSpPr/>
      </dsp:nvSpPr>
      <dsp:spPr>
        <a:xfrm>
          <a:off x="2348131" y="661"/>
          <a:ext cx="856740" cy="85674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0B8A10-06D6-4B4B-A5F1-05AA1C242ED3}">
      <dsp:nvSpPr>
        <dsp:cNvPr id="0" name=""/>
        <dsp:cNvSpPr/>
      </dsp:nvSpPr>
      <dsp:spPr>
        <a:xfrm>
          <a:off x="2530715" y="183245"/>
          <a:ext cx="491572" cy="49157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EAF85B-E948-40CB-804A-37FDD2AAA0A0}">
      <dsp:nvSpPr>
        <dsp:cNvPr id="0" name=""/>
        <dsp:cNvSpPr/>
      </dsp:nvSpPr>
      <dsp:spPr>
        <a:xfrm>
          <a:off x="2074255" y="1124255"/>
          <a:ext cx="1404492" cy="561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2. Agencies upload found-item records into the same database.</a:t>
          </a:r>
        </a:p>
      </dsp:txBody>
      <dsp:txXfrm>
        <a:off x="2074255" y="1124255"/>
        <a:ext cx="1404492" cy="561796"/>
      </dsp:txXfrm>
    </dsp:sp>
    <dsp:sp modelId="{15B305F8-3447-4F02-9265-8C14ACE1CA8F}">
      <dsp:nvSpPr>
        <dsp:cNvPr id="0" name=""/>
        <dsp:cNvSpPr/>
      </dsp:nvSpPr>
      <dsp:spPr>
        <a:xfrm>
          <a:off x="3998409" y="661"/>
          <a:ext cx="856740" cy="85674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FA6A35-7665-4890-96B6-6D09F93B46DB}">
      <dsp:nvSpPr>
        <dsp:cNvPr id="0" name=""/>
        <dsp:cNvSpPr/>
      </dsp:nvSpPr>
      <dsp:spPr>
        <a:xfrm>
          <a:off x="4180993" y="183245"/>
          <a:ext cx="491572" cy="49157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220CD6-CD6A-49AD-958C-C06D198F6AF5}">
      <dsp:nvSpPr>
        <dsp:cNvPr id="0" name=""/>
        <dsp:cNvSpPr/>
      </dsp:nvSpPr>
      <dsp:spPr>
        <a:xfrm>
          <a:off x="3724533" y="1124255"/>
          <a:ext cx="1404492" cy="561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3. System matches by type, color, date, and place.</a:t>
          </a:r>
        </a:p>
      </dsp:txBody>
      <dsp:txXfrm>
        <a:off x="3724533" y="1124255"/>
        <a:ext cx="1404492" cy="561796"/>
      </dsp:txXfrm>
    </dsp:sp>
    <dsp:sp modelId="{B3AABCBA-6424-482C-8B10-6807AACD3CD4}">
      <dsp:nvSpPr>
        <dsp:cNvPr id="0" name=""/>
        <dsp:cNvSpPr/>
      </dsp:nvSpPr>
      <dsp:spPr>
        <a:xfrm>
          <a:off x="5648687" y="661"/>
          <a:ext cx="856740" cy="85674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4B0BB3-BAEE-427A-952A-6C50AB3EBF84}">
      <dsp:nvSpPr>
        <dsp:cNvPr id="0" name=""/>
        <dsp:cNvSpPr/>
      </dsp:nvSpPr>
      <dsp:spPr>
        <a:xfrm>
          <a:off x="5831271" y="183245"/>
          <a:ext cx="491572" cy="49157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3192E7-2FD7-4AB7-9838-FCF15AC489D4}">
      <dsp:nvSpPr>
        <dsp:cNvPr id="0" name=""/>
        <dsp:cNvSpPr/>
      </dsp:nvSpPr>
      <dsp:spPr>
        <a:xfrm>
          <a:off x="5374811" y="1124255"/>
          <a:ext cx="1404492" cy="561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4. User sees possible matches and confirms the right one.</a:t>
          </a:r>
        </a:p>
      </dsp:txBody>
      <dsp:txXfrm>
        <a:off x="5374811" y="1124255"/>
        <a:ext cx="1404492" cy="561796"/>
      </dsp:txXfrm>
    </dsp:sp>
    <dsp:sp modelId="{32A00750-5409-44B3-BAD1-175366C1E4B9}">
      <dsp:nvSpPr>
        <dsp:cNvPr id="0" name=""/>
        <dsp:cNvSpPr/>
      </dsp:nvSpPr>
      <dsp:spPr>
        <a:xfrm>
          <a:off x="3173270" y="2037175"/>
          <a:ext cx="856740" cy="856740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29EAB2-E303-4377-B251-9B93DBB32CAB}">
      <dsp:nvSpPr>
        <dsp:cNvPr id="0" name=""/>
        <dsp:cNvSpPr/>
      </dsp:nvSpPr>
      <dsp:spPr>
        <a:xfrm>
          <a:off x="3355854" y="2219759"/>
          <a:ext cx="491572" cy="49157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7E43DD-926F-4CC8-B669-CDF1DEF670B0}">
      <dsp:nvSpPr>
        <dsp:cNvPr id="0" name=""/>
        <dsp:cNvSpPr/>
      </dsp:nvSpPr>
      <dsp:spPr>
        <a:xfrm>
          <a:off x="2899394" y="3160768"/>
          <a:ext cx="1404492" cy="561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5. Owner visits the correct office to pick up the item.</a:t>
          </a:r>
        </a:p>
      </dsp:txBody>
      <dsp:txXfrm>
        <a:off x="2899394" y="3160768"/>
        <a:ext cx="1404492" cy="5617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8158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7140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9234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8169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224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958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333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7460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5262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325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8203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420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F6621CF-F493-40D5-98AE-24A9D3AD43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383" y="0"/>
            <a:ext cx="9146155" cy="4950268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09172" y="643467"/>
            <a:ext cx="4481967" cy="4127545"/>
          </a:xfrm>
        </p:spPr>
        <p:txBody>
          <a:bodyPr anchor="ctr">
            <a:normAutofit/>
          </a:bodyPr>
          <a:lstStyle/>
          <a:p>
            <a:r>
              <a:rPr lang="en-US" sz="4200"/>
              <a:t>Lost &amp; Found Crisis in New York City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ADEE02A-D296-42EA-88F5-7803F69CEE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4950269"/>
            <a:ext cx="9143772" cy="19077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09172" y="5118231"/>
            <a:ext cx="4481967" cy="977621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By Rinzin Sherpa</a:t>
            </a:r>
          </a:p>
        </p:txBody>
      </p:sp>
      <p:pic>
        <p:nvPicPr>
          <p:cNvPr id="5" name="Picture 4" descr="Multiple exposure of building facades">
            <a:extLst>
              <a:ext uri="{FF2B5EF4-FFF2-40B4-BE49-F238E27FC236}">
                <a16:creationId xmlns:a16="http://schemas.microsoft.com/office/drawing/2014/main" id="{D3B71E49-9DF5-D3D6-B653-73E61BA96C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045" r="39002" b="-2"/>
          <a:stretch>
            <a:fillRect/>
          </a:stretch>
        </p:blipFill>
        <p:spPr>
          <a:xfrm>
            <a:off x="2384" y="-2"/>
            <a:ext cx="3488338" cy="685800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6870151-9189-4C3A-8379-EF3D95827A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Empty train">
            <a:extLst>
              <a:ext uri="{FF2B5EF4-FFF2-40B4-BE49-F238E27FC236}">
                <a16:creationId xmlns:a16="http://schemas.microsoft.com/office/drawing/2014/main" id="{109B2DEC-DA74-8DAA-DAD1-CF9FFF75AAC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l="3486" r="7514" b="-1"/>
          <a:stretch>
            <a:fillRect/>
          </a:stretch>
        </p:blipFill>
        <p:spPr>
          <a:xfrm>
            <a:off x="228" y="10"/>
            <a:ext cx="9143772" cy="6857990"/>
          </a:xfrm>
          <a:prstGeom prst="rect">
            <a:avLst/>
          </a:prstGeom>
        </p:spPr>
      </p:pic>
      <p:sp>
        <p:nvSpPr>
          <p:cNvPr id="11" name="Slide Number Placeholder 7">
            <a:extLst>
              <a:ext uri="{FF2B5EF4-FFF2-40B4-BE49-F238E27FC236}">
                <a16:creationId xmlns:a16="http://schemas.microsoft.com/office/drawing/2014/main" id="{123EA69C-102A-4DD0-9547-05DCD271D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34225" y="443732"/>
            <a:ext cx="608265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r" defTabSz="457200" rtl="0" eaLnBrk="1" latinLnBrk="0" hangingPunct="1">
              <a:defRPr sz="2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6A862265-5CA3-4C40-8582-7534C3B03C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32477" y="540921"/>
            <a:ext cx="37304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0EF80B-0391-4082-9AF5-F15B091B4C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93800"/>
            <a:ext cx="9144000" cy="5664199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87000"/>
                  <a:alpha val="4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03" y="1193800"/>
            <a:ext cx="2394787" cy="4699000"/>
          </a:xfrm>
        </p:spPr>
        <p:txBody>
          <a:bodyPr anchor="ctr">
            <a:normAutofit/>
          </a:bodyPr>
          <a:lstStyle/>
          <a:p>
            <a:r>
              <a:t>What Is the Lost &amp; Found Crisis?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33AC32D-5F44-45F7-A0BD-7C11A86BE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600200"/>
            <a:ext cx="0" cy="3657600"/>
          </a:xfrm>
          <a:prstGeom prst="line">
            <a:avLst/>
          </a:prstGeom>
          <a:ln w="31750">
            <a:solidFill>
              <a:schemeClr val="tx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2477" y="1193800"/>
            <a:ext cx="4563818" cy="4699000"/>
          </a:xfrm>
        </p:spPr>
        <p:txBody>
          <a:bodyPr anchor="ctr">
            <a:normAutofit/>
          </a:bodyPr>
          <a:lstStyle/>
          <a:p>
            <a:r>
              <a:t>• Every day, thousands of items (phones, wallets, bags) are lost in NYC.</a:t>
            </a:r>
          </a:p>
          <a:p>
            <a:r>
              <a:t>• Items get lost on subways, buses, taxis, parks, and public buildings.</a:t>
            </a:r>
          </a:p>
          <a:p>
            <a:r>
              <a:t>• Different agencies each run their own lost &amp; found system.</a:t>
            </a:r>
          </a:p>
          <a:p>
            <a:r>
              <a:t>• There is no single place for people to search for their lost items.</a:t>
            </a:r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3FBF03E8-C602-4192-9C52-F84B29FDCC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2421" y="6007878"/>
            <a:ext cx="2625537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2303047"/>
            <a:ext cx="2454070" cy="2674198"/>
          </a:xfrm>
        </p:spPr>
        <p:txBody>
          <a:bodyPr anchor="t">
            <a:normAutofit/>
          </a:bodyPr>
          <a:lstStyle/>
          <a:p>
            <a:r>
              <a:t>Why This Is a Serious Problem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88684" y="2146542"/>
            <a:ext cx="245407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8685" y="3122496"/>
            <a:ext cx="264761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ADA1B53-A01A-F094-9B70-1A5BD69269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440426"/>
              </p:ext>
            </p:extLst>
          </p:nvPr>
        </p:nvGraphicFramePr>
        <p:xfrm>
          <a:off x="3856434" y="803275"/>
          <a:ext cx="4435078" cy="4637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82E7304-2AC2-4A5C-924D-A6AC3FFC5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804519"/>
            <a:ext cx="7202456" cy="1049235"/>
          </a:xfrm>
        </p:spPr>
        <p:txBody>
          <a:bodyPr>
            <a:normAutofit/>
          </a:bodyPr>
          <a:lstStyle/>
          <a:p>
            <a:r>
              <a:t>Weaknesses of Current Systems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59FEF2-F6A5-442F-BA10-4E39EECD0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88684" y="1853754"/>
            <a:ext cx="720245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A3C183B1-1D4B-4E3D-A02E-A426E3BFA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07F09BD-A841-4B35-6FED-2944507C05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3671216"/>
              </p:ext>
            </p:extLst>
          </p:nvPr>
        </p:nvGraphicFramePr>
        <p:xfrm>
          <a:off x="1088231" y="2331497"/>
          <a:ext cx="7203281" cy="37232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6870151-9189-4C3A-8379-EF3D95827A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Question mark boxes">
            <a:extLst>
              <a:ext uri="{FF2B5EF4-FFF2-40B4-BE49-F238E27FC236}">
                <a16:creationId xmlns:a16="http://schemas.microsoft.com/office/drawing/2014/main" id="{84A3B2A5-BCAD-D292-CC6B-F9225F034EA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grayscl/>
          </a:blip>
          <a:srcRect l="15441" r="9560"/>
          <a:stretch>
            <a:fillRect/>
          </a:stretch>
        </p:blipFill>
        <p:spPr>
          <a:xfrm>
            <a:off x="228" y="10"/>
            <a:ext cx="9143772" cy="6857990"/>
          </a:xfrm>
          <a:prstGeom prst="rect">
            <a:avLst/>
          </a:prstGeom>
        </p:spPr>
      </p:pic>
      <p:sp>
        <p:nvSpPr>
          <p:cNvPr id="11" name="Slide Number Placeholder 7">
            <a:extLst>
              <a:ext uri="{FF2B5EF4-FFF2-40B4-BE49-F238E27FC236}">
                <a16:creationId xmlns:a16="http://schemas.microsoft.com/office/drawing/2014/main" id="{123EA69C-102A-4DD0-9547-05DCD271D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34225" y="443732"/>
            <a:ext cx="608265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r" defTabSz="457200" rtl="0" eaLnBrk="1" latinLnBrk="0" hangingPunct="1">
              <a:defRPr sz="2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6A862265-5CA3-4C40-8582-7534C3B03C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32477" y="540921"/>
            <a:ext cx="37304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0EF80B-0391-4082-9AF5-F15B091B4C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93800"/>
            <a:ext cx="9144000" cy="5664199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87000"/>
                  <a:alpha val="4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03" y="1193800"/>
            <a:ext cx="2394787" cy="4699000"/>
          </a:xfrm>
        </p:spPr>
        <p:txBody>
          <a:bodyPr anchor="ctr">
            <a:normAutofit/>
          </a:bodyPr>
          <a:lstStyle/>
          <a:p>
            <a:r>
              <a:t>Proposed Solution: NYC LostLink Platform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33AC32D-5F44-45F7-A0BD-7C11A86BE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600200"/>
            <a:ext cx="0" cy="3657600"/>
          </a:xfrm>
          <a:prstGeom prst="line">
            <a:avLst/>
          </a:prstGeom>
          <a:ln w="31750">
            <a:solidFill>
              <a:schemeClr val="tx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2477" y="1193800"/>
            <a:ext cx="4563818" cy="469900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dirty="0"/>
              <a:t>• One unified digital platform for all lost and found items.</a:t>
            </a:r>
          </a:p>
          <a:p>
            <a:pPr marL="0" indent="0">
              <a:buNone/>
            </a:pPr>
            <a:r>
              <a:rPr dirty="0"/>
              <a:t>• Agencies upload found items with photo, date, place, and category.</a:t>
            </a:r>
          </a:p>
          <a:p>
            <a:pPr marL="0" indent="0">
              <a:buNone/>
            </a:pPr>
            <a:r>
              <a:rPr dirty="0"/>
              <a:t>• Citizens submit a simple lost-item report.</a:t>
            </a:r>
          </a:p>
          <a:p>
            <a:pPr marL="0" indent="0">
              <a:buNone/>
            </a:pPr>
            <a:r>
              <a:rPr dirty="0"/>
              <a:t>• System compares reports to find possible matches.</a:t>
            </a:r>
          </a:p>
          <a:p>
            <a:pPr marL="0" indent="0">
              <a:buNone/>
            </a:pPr>
            <a:r>
              <a:rPr dirty="0"/>
              <a:t>• Users get notifications when a likely match is found.</a:t>
            </a:r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3FBF03E8-C602-4192-9C52-F84B29FDCC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2421" y="6007878"/>
            <a:ext cx="2625537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82E7304-2AC2-4A5C-924D-A6AC3FFC5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804519"/>
            <a:ext cx="7202456" cy="1049235"/>
          </a:xfrm>
        </p:spPr>
        <p:txBody>
          <a:bodyPr>
            <a:normAutofit/>
          </a:bodyPr>
          <a:lstStyle/>
          <a:p>
            <a:r>
              <a:t>How NYC LostLink Would Work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59FEF2-F6A5-442F-BA10-4E39EECD0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88684" y="1853754"/>
            <a:ext cx="720245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A3C183B1-1D4B-4E3D-A02E-A426E3BFA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645FF0B-FD11-9330-3F94-FCF9758148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49473529"/>
              </p:ext>
            </p:extLst>
          </p:nvPr>
        </p:nvGraphicFramePr>
        <p:xfrm>
          <a:off x="1088231" y="2331497"/>
          <a:ext cx="7203281" cy="37232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216D9FD-860F-4F5C-8D9B-CE7002071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988" y="977028"/>
            <a:ext cx="2500057" cy="5237503"/>
          </a:xfrm>
        </p:spPr>
        <p:txBody>
          <a:bodyPr anchor="ctr">
            <a:normAutofit/>
          </a:bodyPr>
          <a:lstStyle/>
          <a:p>
            <a:r>
              <a:t>Short C++ Example: Matching a Lost Item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074069-7026-466C-B495-20FB9578C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90494" y="0"/>
            <a:ext cx="5653506" cy="6858000"/>
          </a:xfrm>
          <a:prstGeom prst="rect">
            <a:avLst/>
          </a:prstGeom>
          <a:solidFill>
            <a:schemeClr val="tx2"/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685D80-4D5A-471F-9215-651424F47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90340" y="0"/>
            <a:ext cx="12344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43965" y="977029"/>
            <a:ext cx="4071592" cy="5237503"/>
          </a:xfrm>
        </p:spPr>
        <p:txBody>
          <a:bodyPr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000">
                <a:solidFill>
                  <a:schemeClr val="bg1"/>
                </a:solidFill>
                <a:latin typeface="Courier New"/>
              </a:rPr>
              <a:t>struct Item {</a:t>
            </a:r>
          </a:p>
          <a:p>
            <a:pPr>
              <a:lnSpc>
                <a:spcPct val="110000"/>
              </a:lnSpc>
            </a:pPr>
            <a:r>
              <a:rPr lang="en-US" sz="1000">
                <a:solidFill>
                  <a:schemeClr val="bg1"/>
                </a:solidFill>
                <a:latin typeface="Courier New"/>
              </a:rPr>
              <a:t>    std::string type;</a:t>
            </a:r>
          </a:p>
          <a:p>
            <a:pPr>
              <a:lnSpc>
                <a:spcPct val="110000"/>
              </a:lnSpc>
            </a:pPr>
            <a:r>
              <a:rPr lang="en-US" sz="1000">
                <a:solidFill>
                  <a:schemeClr val="bg1"/>
                </a:solidFill>
                <a:latin typeface="Courier New"/>
              </a:rPr>
              <a:t>    std::string color;</a:t>
            </a:r>
          </a:p>
          <a:p>
            <a:pPr>
              <a:lnSpc>
                <a:spcPct val="110000"/>
              </a:lnSpc>
            </a:pPr>
            <a:r>
              <a:rPr lang="en-US" sz="1000">
                <a:solidFill>
                  <a:schemeClr val="bg1"/>
                </a:solidFill>
                <a:latin typeface="Courier New"/>
              </a:rPr>
              <a:t>    std::string place;</a:t>
            </a:r>
          </a:p>
          <a:p>
            <a:pPr>
              <a:lnSpc>
                <a:spcPct val="110000"/>
              </a:lnSpc>
            </a:pPr>
            <a:r>
              <a:rPr lang="en-US" sz="1000">
                <a:solidFill>
                  <a:schemeClr val="bg1"/>
                </a:solidFill>
                <a:latin typeface="Courier New"/>
              </a:rPr>
              <a:t>};</a:t>
            </a:r>
          </a:p>
          <a:p>
            <a:pPr>
              <a:lnSpc>
                <a:spcPct val="110000"/>
              </a:lnSpc>
            </a:pPr>
            <a:endParaRPr lang="en-US" sz="1000">
              <a:solidFill>
                <a:schemeClr val="bg1"/>
              </a:solidFill>
              <a:latin typeface="Courier New"/>
            </a:endParaRPr>
          </a:p>
          <a:p>
            <a:pPr>
              <a:lnSpc>
                <a:spcPct val="110000"/>
              </a:lnSpc>
            </a:pPr>
            <a:r>
              <a:rPr lang="en-US" sz="1000">
                <a:solidFill>
                  <a:schemeClr val="bg1"/>
                </a:solidFill>
                <a:latin typeface="Courier New"/>
              </a:rPr>
              <a:t>Item findMatch(const Item&amp; lost,</a:t>
            </a:r>
          </a:p>
          <a:p>
            <a:pPr>
              <a:lnSpc>
                <a:spcPct val="110000"/>
              </a:lnSpc>
            </a:pPr>
            <a:r>
              <a:rPr lang="en-US" sz="1000">
                <a:solidFill>
                  <a:schemeClr val="bg1"/>
                </a:solidFill>
                <a:latin typeface="Courier New"/>
              </a:rPr>
              <a:t>               const std::vector&lt;Item&gt;&amp; foundList) {</a:t>
            </a:r>
          </a:p>
          <a:p>
            <a:pPr>
              <a:lnSpc>
                <a:spcPct val="110000"/>
              </a:lnSpc>
            </a:pPr>
            <a:r>
              <a:rPr lang="en-US" sz="1000">
                <a:solidFill>
                  <a:schemeClr val="bg1"/>
                </a:solidFill>
                <a:latin typeface="Courier New"/>
              </a:rPr>
              <a:t>    for (const auto&amp; f : foundList) {</a:t>
            </a:r>
          </a:p>
          <a:p>
            <a:pPr>
              <a:lnSpc>
                <a:spcPct val="110000"/>
              </a:lnSpc>
            </a:pPr>
            <a:r>
              <a:rPr lang="en-US" sz="1000">
                <a:solidFill>
                  <a:schemeClr val="bg1"/>
                </a:solidFill>
                <a:latin typeface="Courier New"/>
              </a:rPr>
              <a:t>        if (f.type  == lost.type &amp;&amp;</a:t>
            </a:r>
          </a:p>
          <a:p>
            <a:pPr>
              <a:lnSpc>
                <a:spcPct val="110000"/>
              </a:lnSpc>
            </a:pPr>
            <a:r>
              <a:rPr lang="en-US" sz="1000">
                <a:solidFill>
                  <a:schemeClr val="bg1"/>
                </a:solidFill>
                <a:latin typeface="Courier New"/>
              </a:rPr>
              <a:t>            f.color == lost.color &amp;&amp;</a:t>
            </a:r>
          </a:p>
          <a:p>
            <a:pPr>
              <a:lnSpc>
                <a:spcPct val="110000"/>
              </a:lnSpc>
            </a:pPr>
            <a:r>
              <a:rPr lang="en-US" sz="1000">
                <a:solidFill>
                  <a:schemeClr val="bg1"/>
                </a:solidFill>
                <a:latin typeface="Courier New"/>
              </a:rPr>
              <a:t>            f.place == lost.place) {</a:t>
            </a:r>
          </a:p>
          <a:p>
            <a:pPr>
              <a:lnSpc>
                <a:spcPct val="110000"/>
              </a:lnSpc>
            </a:pPr>
            <a:r>
              <a:rPr lang="en-US" sz="1000">
                <a:solidFill>
                  <a:schemeClr val="bg1"/>
                </a:solidFill>
                <a:latin typeface="Courier New"/>
              </a:rPr>
              <a:t>            return f;  // simple exact match</a:t>
            </a:r>
          </a:p>
          <a:p>
            <a:pPr>
              <a:lnSpc>
                <a:spcPct val="110000"/>
              </a:lnSpc>
            </a:pPr>
            <a:r>
              <a:rPr lang="en-US" sz="1000">
                <a:solidFill>
                  <a:schemeClr val="bg1"/>
                </a:solidFill>
                <a:latin typeface="Courier New"/>
              </a:rPr>
              <a:t>        }</a:t>
            </a:r>
          </a:p>
          <a:p>
            <a:pPr>
              <a:lnSpc>
                <a:spcPct val="110000"/>
              </a:lnSpc>
            </a:pPr>
            <a:r>
              <a:rPr lang="en-US" sz="1000">
                <a:solidFill>
                  <a:schemeClr val="bg1"/>
                </a:solidFill>
                <a:latin typeface="Courier New"/>
              </a:rPr>
              <a:t>    }</a:t>
            </a:r>
          </a:p>
          <a:p>
            <a:pPr>
              <a:lnSpc>
                <a:spcPct val="110000"/>
              </a:lnSpc>
            </a:pPr>
            <a:r>
              <a:rPr lang="en-US" sz="1000">
                <a:solidFill>
                  <a:schemeClr val="bg1"/>
                </a:solidFill>
                <a:latin typeface="Courier New"/>
              </a:rPr>
              <a:t>    return Item{};      // no match found</a:t>
            </a:r>
          </a:p>
          <a:p>
            <a:pPr>
              <a:lnSpc>
                <a:spcPct val="110000"/>
              </a:lnSpc>
            </a:pPr>
            <a:r>
              <a:rPr lang="en-US" sz="1000">
                <a:solidFill>
                  <a:schemeClr val="bg1"/>
                </a:solidFill>
                <a:latin typeface="Courier New"/>
              </a:rPr>
              <a:t>}</a:t>
            </a:r>
          </a:p>
          <a:p>
            <a:pPr>
              <a:lnSpc>
                <a:spcPct val="110000"/>
              </a:lnSpc>
            </a:pPr>
            <a:endParaRPr lang="en-US" sz="1000">
              <a:solidFill>
                <a:schemeClr val="bg1"/>
              </a:solidFill>
              <a:latin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6870151-9189-4C3A-8379-EF3D95827A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Office items on a table">
            <a:extLst>
              <a:ext uri="{FF2B5EF4-FFF2-40B4-BE49-F238E27FC236}">
                <a16:creationId xmlns:a16="http://schemas.microsoft.com/office/drawing/2014/main" id="{CFCE85B7-96E1-F84D-F997-B0ED8CB8048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r="-2" b="658"/>
          <a:stretch>
            <a:fillRect/>
          </a:stretch>
        </p:blipFill>
        <p:spPr>
          <a:xfrm>
            <a:off x="228" y="10"/>
            <a:ext cx="9143772" cy="6857990"/>
          </a:xfrm>
          <a:prstGeom prst="rect">
            <a:avLst/>
          </a:prstGeom>
        </p:spPr>
      </p:pic>
      <p:sp>
        <p:nvSpPr>
          <p:cNvPr id="18" name="Slide Number Placeholder 7">
            <a:extLst>
              <a:ext uri="{FF2B5EF4-FFF2-40B4-BE49-F238E27FC236}">
                <a16:creationId xmlns:a16="http://schemas.microsoft.com/office/drawing/2014/main" id="{123EA69C-102A-4DD0-9547-05DCD271D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34225" y="443732"/>
            <a:ext cx="608265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r" defTabSz="457200" rtl="0" eaLnBrk="1" latinLnBrk="0" hangingPunct="1">
              <a:defRPr sz="2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0" name="Footer Placeholder 6">
            <a:extLst>
              <a:ext uri="{FF2B5EF4-FFF2-40B4-BE49-F238E27FC236}">
                <a16:creationId xmlns:a16="http://schemas.microsoft.com/office/drawing/2014/main" id="{6A862265-5CA3-4C40-8582-7534C3B03C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32477" y="540921"/>
            <a:ext cx="37304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00EF80B-0391-4082-9AF5-F15B091B4C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93800"/>
            <a:ext cx="9144000" cy="5664199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87000"/>
                  <a:alpha val="4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03" y="1193800"/>
            <a:ext cx="2394787" cy="4699000"/>
          </a:xfrm>
        </p:spPr>
        <p:txBody>
          <a:bodyPr anchor="ctr">
            <a:normAutofit/>
          </a:bodyPr>
          <a:lstStyle/>
          <a:p>
            <a:r>
              <a:rPr lang="en-US" sz="2500"/>
              <a:t>Conclusion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33AC32D-5F44-45F7-A0BD-7C11A86BE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600200"/>
            <a:ext cx="0" cy="3657600"/>
          </a:xfrm>
          <a:prstGeom prst="line">
            <a:avLst/>
          </a:prstGeom>
          <a:ln w="31750">
            <a:solidFill>
              <a:schemeClr val="tx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2477" y="1193800"/>
            <a:ext cx="4563818" cy="4699000"/>
          </a:xfrm>
        </p:spPr>
        <p:txBody>
          <a:bodyPr anchor="ctr">
            <a:normAutofit/>
          </a:bodyPr>
          <a:lstStyle/>
          <a:p>
            <a:r>
              <a:t>• Lost &amp; found in NYC is a real everyday problem.</a:t>
            </a:r>
            <a:endParaRPr lang="en-UG"/>
          </a:p>
          <a:p>
            <a:r>
              <a:t>• The crisis is made worse by separate, slow systems.</a:t>
            </a:r>
            <a:endParaRPr lang="en-UG"/>
          </a:p>
          <a:p>
            <a:r>
              <a:t>• A shared platform like NYC LostLink could reconnect more people</a:t>
            </a:r>
            <a:endParaRPr lang="en-UG"/>
          </a:p>
          <a:p>
            <a:r>
              <a:t>  with their belongings.</a:t>
            </a:r>
            <a:endParaRPr lang="en-UG"/>
          </a:p>
          <a:p>
            <a:r>
              <a:t>• Even simple C++ logic can power basic matching between</a:t>
            </a:r>
            <a:endParaRPr lang="en-UG"/>
          </a:p>
          <a:p>
            <a:r>
              <a:t>  lost and found item records.</a:t>
            </a:r>
            <a:endParaRPr lang="en-UG"/>
          </a:p>
        </p:txBody>
      </p:sp>
      <p:sp>
        <p:nvSpPr>
          <p:cNvPr id="26" name="Date Placeholder 1">
            <a:extLst>
              <a:ext uri="{FF2B5EF4-FFF2-40B4-BE49-F238E27FC236}">
                <a16:creationId xmlns:a16="http://schemas.microsoft.com/office/drawing/2014/main" id="{3FBF03E8-C602-4192-9C52-F84B29FDCC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2421" y="6007878"/>
            <a:ext cx="2625537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8</TotalTime>
  <Words>486</Words>
  <Application>Microsoft Office PowerPoint</Application>
  <PresentationFormat>On-screen Show (4:3)</PresentationFormat>
  <Paragraphs>55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Courier New</vt:lpstr>
      <vt:lpstr>Gill Sans MT</vt:lpstr>
      <vt:lpstr>Gallery</vt:lpstr>
      <vt:lpstr>Lost &amp; Found Crisis in New York City</vt:lpstr>
      <vt:lpstr>What Is the Lost &amp; Found Crisis?</vt:lpstr>
      <vt:lpstr>Why This Is a Serious Problem</vt:lpstr>
      <vt:lpstr>Weaknesses of Current Systems</vt:lpstr>
      <vt:lpstr>Proposed Solution: NYC LostLink Platform</vt:lpstr>
      <vt:lpstr>How NYC LostLink Would Work</vt:lpstr>
      <vt:lpstr>Short C++ Example: Matching a Lost Item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Lost &amp; Found Crisis in New York City</dc:title>
  <dc:subject/>
  <dc:creator/>
  <cp:keywords/>
  <dc:description>generated using python-pptx</dc:description>
  <cp:lastModifiedBy>subash ghimire</cp:lastModifiedBy>
  <cp:revision>2</cp:revision>
  <dcterms:created xsi:type="dcterms:W3CDTF">2013-01-27T09:14:16Z</dcterms:created>
  <dcterms:modified xsi:type="dcterms:W3CDTF">2025-12-11T03:14:33Z</dcterms:modified>
  <cp:category/>
</cp:coreProperties>
</file>