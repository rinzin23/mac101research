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8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Streetbite – Discover NYC’s Best Street Food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Rinzin Sherpa</a:t>
            </a:r>
          </a:p>
        </p:txBody>
      </p:sp>
      <p:pic>
        <p:nvPicPr>
          <p:cNvPr id="4" name="Picture 3" descr="b5bc3fbb-5672-496b-81d3-57841a1182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240" y="65651"/>
            <a:ext cx="2286000" cy="20647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Hard to find authentic NYC street food</a:t>
            </a:r>
          </a:p>
          <a:p>
            <a:pPr marL="0" indent="0">
              <a:buNone/>
            </a:pPr>
            <a:r>
              <a:rPr dirty="0"/>
              <a:t>• No hygiene / rating info</a:t>
            </a:r>
          </a:p>
          <a:p>
            <a:pPr marL="0" indent="0">
              <a:buNone/>
            </a:pPr>
            <a:r>
              <a:rPr dirty="0"/>
              <a:t>• No live updates or distance tracking</a:t>
            </a:r>
          </a:p>
        </p:txBody>
      </p:sp>
      <p:pic>
        <p:nvPicPr>
          <p:cNvPr id="4" name="Picture 3" descr="b5bc3fbb-5672-496b-81d3-57841a1182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754880"/>
            <a:ext cx="1097280" cy="9910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Streetbite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Shows nearby authentic street food</a:t>
            </a:r>
          </a:p>
          <a:p>
            <a:pPr marL="0" indent="0">
              <a:buNone/>
            </a:pPr>
            <a:r>
              <a:rPr dirty="0"/>
              <a:t>• Real ratings + hygiene info</a:t>
            </a:r>
          </a:p>
          <a:p>
            <a:pPr marL="0" indent="0">
              <a:buNone/>
            </a:pPr>
            <a:r>
              <a:rPr dirty="0"/>
              <a:t>• Live updates of vendors</a:t>
            </a:r>
          </a:p>
          <a:p>
            <a:pPr marL="0" indent="0">
              <a:buNone/>
            </a:pPr>
            <a:r>
              <a:rPr dirty="0"/>
              <a:t>• Distance + estimated arrival time</a:t>
            </a:r>
          </a:p>
        </p:txBody>
      </p:sp>
      <p:pic>
        <p:nvPicPr>
          <p:cNvPr id="4" name="Picture 3" descr="b5bc3fbb-5672-496b-81d3-57841a1182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754880"/>
            <a:ext cx="1097280" cy="9910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Live Map Tracking</a:t>
            </a:r>
          </a:p>
          <a:p>
            <a:pPr marL="0" indent="0">
              <a:buNone/>
            </a:pPr>
            <a:r>
              <a:rPr dirty="0"/>
              <a:t>• Verified Ratings</a:t>
            </a:r>
          </a:p>
          <a:p>
            <a:pPr marL="0" indent="0">
              <a:buNone/>
            </a:pPr>
            <a:r>
              <a:rPr dirty="0"/>
              <a:t>• Smart Filters (Spicy, Vegan, Budget, etc.)</a:t>
            </a:r>
          </a:p>
          <a:p>
            <a:pPr marL="0" indent="0">
              <a:buNone/>
            </a:pPr>
            <a:r>
              <a:rPr dirty="0"/>
              <a:t>• One‑tap GPS Navigation</a:t>
            </a:r>
          </a:p>
          <a:p>
            <a:pPr marL="0" indent="0">
              <a:buNone/>
            </a:pPr>
            <a:r>
              <a:rPr dirty="0"/>
              <a:t>• Digital Payment Options</a:t>
            </a:r>
          </a:p>
        </p:txBody>
      </p:sp>
      <p:pic>
        <p:nvPicPr>
          <p:cNvPr id="4" name="Picture 3" descr="b5bc3fbb-5672-496b-81d3-57841a1182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754880"/>
            <a:ext cx="1097280" cy="9910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Streetbite Community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Share favorite vendors</a:t>
            </a:r>
          </a:p>
          <a:p>
            <a:pPr marL="0" indent="0">
              <a:buNone/>
            </a:pPr>
            <a:r>
              <a:rPr dirty="0"/>
              <a:t>• Upload food photos</a:t>
            </a:r>
          </a:p>
          <a:p>
            <a:pPr marL="0" indent="0">
              <a:buNone/>
            </a:pPr>
            <a:r>
              <a:rPr dirty="0"/>
              <a:t>• Earn Foodie Points</a:t>
            </a:r>
          </a:p>
          <a:p>
            <a:pPr marL="0" indent="0">
              <a:buNone/>
            </a:pPr>
            <a:r>
              <a:rPr dirty="0"/>
              <a:t>• Unlock discounts</a:t>
            </a:r>
          </a:p>
        </p:txBody>
      </p:sp>
      <p:pic>
        <p:nvPicPr>
          <p:cNvPr id="4" name="Picture 3" descr="b5bc3fbb-5672-496b-81d3-57841a1182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754880"/>
            <a:ext cx="1097280" cy="9910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NYC Street Food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Street food popularity rising</a:t>
            </a:r>
          </a:p>
          <a:p>
            <a:pPr marL="0" indent="0">
              <a:buNone/>
            </a:pPr>
            <a:r>
              <a:rPr dirty="0"/>
              <a:t>• Demand for authentic, fast &amp; affordable meals</a:t>
            </a:r>
          </a:p>
          <a:p>
            <a:pPr marL="0" indent="0">
              <a:buNone/>
            </a:pPr>
            <a:r>
              <a:rPr dirty="0"/>
              <a:t>• Perfect time for Street</a:t>
            </a:r>
            <a:r>
              <a:rPr lang="en-US" dirty="0"/>
              <a:t> </a:t>
            </a:r>
            <a:r>
              <a:rPr dirty="0"/>
              <a:t>bite expansion</a:t>
            </a:r>
          </a:p>
        </p:txBody>
      </p:sp>
      <p:pic>
        <p:nvPicPr>
          <p:cNvPr id="4" name="Picture 3" descr="b5bc3fbb-5672-496b-81d3-57841a1182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754880"/>
            <a:ext cx="1097280" cy="9910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Streetbite Distance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166018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t>Algorithm FindNearestVendor</a:t>
            </a:r>
          </a:p>
          <a:p>
            <a:r>
              <a:t>Input: userLat, userLon</a:t>
            </a:r>
          </a:p>
          <a:p>
            <a:r>
              <a:t>Output: Vendor closest to user</a:t>
            </a:r>
          </a:p>
          <a:p>
            <a:endParaRPr/>
          </a:p>
          <a:p>
            <a:r>
              <a:t>Step 1: Set nearestVendor = null</a:t>
            </a:r>
          </a:p>
          <a:p>
            <a:r>
              <a:t>Step 2: Set smallestDistance = infinity</a:t>
            </a:r>
          </a:p>
          <a:p>
            <a:r>
              <a:t>Step 3: For each vendor V:</a:t>
            </a:r>
          </a:p>
          <a:p>
            <a:r>
              <a:t>           d = ComputeDistance(user, V)</a:t>
            </a:r>
          </a:p>
          <a:p>
            <a:r>
              <a:t>           If d &lt; smallestDistance:</a:t>
            </a:r>
          </a:p>
          <a:p>
            <a:r>
              <a:t>               smallestDistance = d</a:t>
            </a:r>
          </a:p>
          <a:p>
            <a:r>
              <a:t>               nearestVendor = V</a:t>
            </a:r>
          </a:p>
          <a:p>
            <a:r>
              <a:t>Step 4: Return nearestVendor</a:t>
            </a:r>
          </a:p>
          <a:p>
            <a:r>
              <a:t>End Algorithm</a:t>
            </a:r>
          </a:p>
        </p:txBody>
      </p:sp>
      <p:pic>
        <p:nvPicPr>
          <p:cNvPr id="4" name="Picture 3" descr="b5bc3fbb-5672-496b-81d3-57841a1182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754880"/>
            <a:ext cx="1097280" cy="9910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199</Words>
  <Application>Microsoft Office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Streetbite – Discover NYC’s Best Street Food</vt:lpstr>
      <vt:lpstr>The Problem</vt:lpstr>
      <vt:lpstr>What Streetbite Does</vt:lpstr>
      <vt:lpstr>Features</vt:lpstr>
      <vt:lpstr>Streetbite Community</vt:lpstr>
      <vt:lpstr>NYC Street Food Growth</vt:lpstr>
      <vt:lpstr>Streetbite Distance Algorithm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rinzin sherpa</cp:lastModifiedBy>
  <cp:revision>2</cp:revision>
  <dcterms:created xsi:type="dcterms:W3CDTF">2013-01-27T09:14:16Z</dcterms:created>
  <dcterms:modified xsi:type="dcterms:W3CDTF">2025-12-09T20:52:31Z</dcterms:modified>
  <cp:category/>
</cp:coreProperties>
</file>